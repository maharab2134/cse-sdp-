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_rels/presentation.xml.rels" ContentType="application/vnd.openxmlformats-package.relationships+xml"/>
  <Override PartName="/ppt/slideLayouts/_rels/slideLayout19.xml.rels" ContentType="application/vnd.openxmlformats-package.relationships+xml"/>
  <Override PartName="/ppt/slideLayouts/_rels/slideLayout13.xml.rels" ContentType="application/vnd.openxmlformats-package.relationships+xml"/>
  <Override PartName="/ppt/slideLayouts/_rels/slideLayout23.xml.rels" ContentType="application/vnd.openxmlformats-package.relationships+xml"/>
  <Override PartName="/ppt/slideLayouts/_rels/slideLayout30.xml.rels" ContentType="application/vnd.openxmlformats-package.relationships+xml"/>
  <Override PartName="/ppt/slideLayouts/_rels/slideLayout14.xml.rels" ContentType="application/vnd.openxmlformats-package.relationships+xml"/>
  <Override PartName="/ppt/slideLayouts/_rels/slideLayout29.xml.rels" ContentType="application/vnd.openxmlformats-package.relationships+xml"/>
  <Override PartName="/ppt/slideLayouts/_rels/slideLayout10.xml.rels" ContentType="application/vnd.openxmlformats-package.relationships+xml"/>
  <Override PartName="/ppt/slideLayouts/_rels/slideLayout25.xml.rels" ContentType="application/vnd.openxmlformats-package.relationships+xml"/>
  <Override PartName="/ppt/slideLayouts/_rels/slideLayout16.xml.rels" ContentType="application/vnd.openxmlformats-package.relationships+xml"/>
  <Override PartName="/ppt/slideLayouts/_rels/slideLayout32.xml.rels" ContentType="application/vnd.openxmlformats-package.relationships+xml"/>
  <Override PartName="/ppt/slideLayouts/_rels/slideLayout34.xml.rels" ContentType="application/vnd.openxmlformats-package.relationships+xml"/>
  <Override PartName="/ppt/slideLayouts/_rels/slideLayout20.xml.rels" ContentType="application/vnd.openxmlformats-package.relationships+xml"/>
  <Override PartName="/ppt/slideLayouts/_rels/slideLayout35.xml.rels" ContentType="application/vnd.openxmlformats-package.relationships+xml"/>
  <Override PartName="/ppt/slideLayouts/_rels/slideLayout33.xml.rels" ContentType="application/vnd.openxmlformats-package.relationships+xml"/>
  <Override PartName="/ppt/slideLayouts/_rels/slideLayout3.xml.rels" ContentType="application/vnd.openxmlformats-package.relationships+xml"/>
  <Override PartName="/ppt/slideLayouts/_rels/slideLayout9.xml.rels" ContentType="application/vnd.openxmlformats-package.relationships+xml"/>
  <Override PartName="/ppt/slideLayouts/_rels/slideLayout24.xml.rels" ContentType="application/vnd.openxmlformats-package.relationships+xml"/>
  <Override PartName="/ppt/slideLayouts/_rels/slideLayout15.xml.rels" ContentType="application/vnd.openxmlformats-package.relationships+xml"/>
  <Override PartName="/ppt/slideLayouts/_rels/slideLayout31.xml.rels" ContentType="application/vnd.openxmlformats-package.relationships+xml"/>
  <Override PartName="/ppt/slideLayouts/_rels/slideLayout2.xml.rels" ContentType="application/vnd.openxmlformats-package.relationships+xml"/>
  <Override PartName="/ppt/slideLayouts/_rels/slideLayout8.xml.rels" ContentType="application/vnd.openxmlformats-package.relationships+xml"/>
  <Override PartName="/ppt/slideLayouts/_rels/slideLayout22.xml.rels" ContentType="application/vnd.openxmlformats-package.relationships+xml"/>
  <Override PartName="/ppt/slideLayouts/_rels/slideLayout28.xml.rels" ContentType="application/vnd.openxmlformats-package.relationships+xml"/>
  <Override PartName="/ppt/slideLayouts/_rels/slideLayout7.xml.rels" ContentType="application/vnd.openxmlformats-package.relationships+xml"/>
  <Override PartName="/ppt/slideLayouts/_rels/slideLayout1.xml.rels" ContentType="application/vnd.openxmlformats-package.relationships+xml"/>
  <Override PartName="/ppt/slideLayouts/_rels/slideLayout6.xml.rels" ContentType="application/vnd.openxmlformats-package.relationships+xml"/>
  <Override PartName="/ppt/slideLayouts/_rels/slideLayout36.xml.rels" ContentType="application/vnd.openxmlformats-package.relationships+xml"/>
  <Override PartName="/ppt/slideLayouts/_rels/slideLayout21.xml.rels" ContentType="application/vnd.openxmlformats-package.relationships+xml"/>
  <Override PartName="/ppt/slideLayouts/_rels/slideLayout27.xml.rels" ContentType="application/vnd.openxmlformats-package.relationships+xml"/>
  <Override PartName="/ppt/slideLayouts/_rels/slideLayout5.xml.rels" ContentType="application/vnd.openxmlformats-package.relationships+xml"/>
  <Override PartName="/ppt/slideLayouts/_rels/slideLayout18.xml.rels" ContentType="application/vnd.openxmlformats-package.relationships+xml"/>
  <Override PartName="/ppt/slideLayouts/_rels/slideLayout12.xml.rels" ContentType="application/vnd.openxmlformats-package.relationships+xml"/>
  <Override PartName="/ppt/slideLayouts/_rels/slideLayout4.xml.rels" ContentType="application/vnd.openxmlformats-package.relationships+xml"/>
  <Override PartName="/ppt/slideLayouts/_rels/slideLayout17.xml.rels" ContentType="application/vnd.openxmlformats-package.relationships+xml"/>
  <Override PartName="/ppt/slideLayouts/_rels/slideLayout11.xml.rels" ContentType="application/vnd.openxmlformats-package.relationships+xml"/>
  <Override PartName="/ppt/slideLayouts/_rels/slideLayout26.xml.rels" ContentType="application/vnd.openxmlformats-package.relationships+xml"/>
  <Override PartName="/ppt/slideLayouts/slideLayout29.xml" ContentType="application/vnd.openxmlformats-officedocument.presentationml.slideLayout+xml"/>
  <Override PartName="/ppt/slideLayouts/slideLayout9.xml" ContentType="application/vnd.openxmlformats-officedocument.presentationml.slideLayout+xml"/>
  <Override PartName="/ppt/slideLayouts/slideLayout28.xml" ContentType="application/vnd.openxmlformats-officedocument.presentationml.slideLayout+xml"/>
  <Override PartName="/ppt/slideLayouts/slideLayout8.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27.xml" ContentType="application/vnd.openxmlformats-officedocument.presentationml.slideLayout+xml"/>
  <Override PartName="/ppt/slideLayouts/slideLayout7.xml" ContentType="application/vnd.openxmlformats-officedocument.presentationml.slideLayout+xml"/>
  <Override PartName="/ppt/slideLayouts/slideLayout33.xml" ContentType="application/vnd.openxmlformats-officedocument.presentationml.slideLayout+xml"/>
  <Override PartName="/ppt/slideLayouts/slideLayout10.xml" ContentType="application/vnd.openxmlformats-officedocument.presentationml.slideLayout+xml"/>
  <Override PartName="/ppt/slideLayouts/slideLayout34.xml" ContentType="application/vnd.openxmlformats-officedocument.presentationml.slideLayout+xml"/>
  <Override PartName="/ppt/slideLayouts/slideLayout11.xml" ContentType="application/vnd.openxmlformats-officedocument.presentationml.slideLayout+xml"/>
  <Override PartName="/ppt/slideLayouts/slideLayout35.xml" ContentType="application/vnd.openxmlformats-officedocument.presentationml.slideLayout+xml"/>
  <Override PartName="/ppt/slideLayouts/slideLayout12.xml" ContentType="application/vnd.openxmlformats-officedocument.presentationml.slideLayout+xml"/>
  <Override PartName="/ppt/slideLayouts/slideLayout36.xml" ContentType="application/vnd.openxmlformats-officedocument.presentationml.slideLayout+xml"/>
  <Override PartName="/ppt/slideLayouts/slideLayout26.xml" ContentType="application/vnd.openxmlformats-officedocument.presentationml.slideLayout+xml"/>
  <Override PartName="/ppt/slideLayouts/slideLayout6.xml" ContentType="application/vnd.openxmlformats-officedocument.presentationml.slideLayout+xml"/>
  <Override PartName="/ppt/slideLayouts/slideLayout25.xml" ContentType="application/vnd.openxmlformats-officedocument.presentationml.slideLayout+xml"/>
  <Override PartName="/ppt/slideLayouts/slideLayout5.xml" ContentType="application/vnd.openxmlformats-officedocument.presentationml.slideLayout+xml"/>
  <Override PartName="/ppt/slideLayouts/slideLayout24.xml" ContentType="application/vnd.openxmlformats-officedocument.presentationml.slideLayout+xml"/>
  <Override PartName="/ppt/slideLayouts/slideLayout4.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19.xml" ContentType="application/vnd.openxmlformats-officedocument.presentationml.slideLayout+xml"/>
  <Override PartName="/ppt/slideLayouts/slideLayout22.xml" ContentType="application/vnd.openxmlformats-officedocument.presentationml.slideLayout+xml"/>
  <Override PartName="/ppt/slideLayouts/slideLayout2.xml" ContentType="application/vnd.openxmlformats-officedocument.presentationml.slideLayout+xml"/>
  <Override PartName="/ppt/slideLayouts/slideLayout18.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1.xml" ContentType="application/vnd.openxmlformats-officedocument.presentationml.slideLayout+xml"/>
  <Override PartName="/ppt/slideLayouts/slideLayout17.xml" ContentType="application/vnd.openxmlformats-officedocument.presentationml.slideLayout+xml"/>
  <Override PartName="/ppt/media/image12.png" ContentType="image/png"/>
  <Override PartName="/ppt/media/image13.jpeg" ContentType="image/jpeg"/>
  <Override PartName="/ppt/media/image8.jpeg" ContentType="image/jpeg"/>
  <Override PartName="/ppt/media/image10.jpeg" ContentType="image/jpeg"/>
  <Override PartName="/ppt/media/image17.jpeg" ContentType="image/jpeg"/>
  <Override PartName="/ppt/media/image16.png" ContentType="image/png"/>
  <Override PartName="/ppt/media/image14.jpeg" ContentType="image/jpeg"/>
  <Override PartName="/ppt/media/image9.jpeg" ContentType="image/jpeg"/>
  <Override PartName="/ppt/media/image1.jpeg" ContentType="image/jpeg"/>
  <Override PartName="/ppt/media/image5.jpeg" ContentType="image/jpeg"/>
  <Override PartName="/ppt/media/image15.png" ContentType="image/png"/>
  <Override PartName="/ppt/media/image3.jpeg" ContentType="image/jpeg"/>
  <Override PartName="/ppt/media/image2.png" ContentType="image/png"/>
  <Override PartName="/ppt/media/image4.jpeg" ContentType="image/jpeg"/>
  <Override PartName="/ppt/media/image6.png" ContentType="image/png"/>
  <Override PartName="/ppt/media/image7.jpeg" ContentType="image/jpeg"/>
  <Override PartName="/ppt/media/image11.png" ContentType="image/png"/>
  <Override PartName="/ppt/presProps.xml" ContentType="application/vnd.openxmlformats-officedocument.presentationml.presPro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13.xml.rels" ContentType="application/vnd.openxmlformats-package.relationships+xml"/>
  <Override PartName="/ppt/slides/_rels/slide16.xml.rels" ContentType="application/vnd.openxmlformats-package.relationships+xml"/>
  <Override PartName="/ppt/slides/_rels/slide12.xml.rels" ContentType="application/vnd.openxmlformats-package.relationships+xml"/>
  <Override PartName="/ppt/slides/_rels/slide15.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14.xml.rels" ContentType="application/vnd.openxmlformats-package.relationships+xml"/>
  <Override PartName="/ppt/slides/_rels/slide17.xml.rels" ContentType="application/vnd.openxmlformats-package.relationships+xml"/>
  <Override PartName="/ppt/slides/_rels/slide1.xml.rels" ContentType="application/vnd.openxmlformats-package.relationships+xml"/>
  <Override PartName="/ppt/slides/_rels/slide4.xml.rels" ContentType="application/vnd.openxmlformats-package.relationships+xml"/>
  <Override PartName="/ppt/slides/_rels/slide2.xml.rels" ContentType="application/vnd.openxmlformats-package.relationships+xml"/>
  <Override PartName="/ppt/slides/_rels/slide5.xml.rels" ContentType="application/vnd.openxmlformats-package.relationships+xml"/>
  <Override PartName="/ppt/slides/_rels/slide3.xml.rels" ContentType="application/vnd.openxmlformats-package.relationships+xml"/>
  <Override PartName="/ppt/slides/slide16.xml" ContentType="application/vnd.openxmlformats-officedocument.presentationml.slide+xml"/>
  <Override PartName="/ppt/slides/slide1.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Lst>
  <p:sldSz cx="6076950" cy="455295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p>
            <a:r>
              <a:t>Footer</a:t>
            </a:r>
          </a:p>
        </p:txBody>
      </p:sp>
      <p:sp>
        <p:nvSpPr>
          <p:cNvPr id="3" name="PlaceHolder 2"/>
          <p:cNvSpPr>
            <a:spLocks noGrp="1"/>
          </p:cNvSpPr>
          <p:nvPr>
            <p:ph type="sldNum" idx="2"/>
          </p:nvPr>
        </p:nvSpPr>
        <p:spPr/>
        <p:txBody>
          <a:bodyPr/>
          <a:p>
            <a:fld id="{B49842A7-CE6D-4459-B0E7-BAD121BEC660}" type="slidenum">
              <a:t>&lt;#&gt;</a:t>
            </a:fld>
          </a:p>
        </p:txBody>
      </p:sp>
      <p:sp>
        <p:nvSpPr>
          <p:cNvPr id="4" name="PlaceHolder 3"/>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9" name="PlaceHolder 1"/>
          <p:cNvSpPr>
            <a:spLocks noGrp="1"/>
          </p:cNvSpPr>
          <p:nvPr>
            <p:ph type="title"/>
          </p:nvPr>
        </p:nvSpPr>
        <p:spPr>
          <a:xfrm>
            <a:off x="303840" y="181440"/>
            <a:ext cx="5468760" cy="75996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0" name="PlaceHolder 2"/>
          <p:cNvSpPr>
            <a:spLocks noGrp="1"/>
          </p:cNvSpPr>
          <p:nvPr>
            <p:ph type="subTitle"/>
          </p:nvPr>
        </p:nvSpPr>
        <p:spPr>
          <a:xfrm>
            <a:off x="303840" y="1065240"/>
            <a:ext cx="5468760" cy="264024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3FC1F973-92CA-4185-A807-11D04C2CB9CF}"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303840" y="181440"/>
            <a:ext cx="5468760" cy="75996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2" name="PlaceHolder 2"/>
          <p:cNvSpPr>
            <a:spLocks noGrp="1"/>
          </p:cNvSpPr>
          <p:nvPr>
            <p:ph/>
          </p:nvPr>
        </p:nvSpPr>
        <p:spPr>
          <a:xfrm>
            <a:off x="303840" y="1065240"/>
            <a:ext cx="5468760" cy="2640240"/>
          </a:xfrm>
          <a:prstGeom prst="rect">
            <a:avLst/>
          </a:prstGeom>
          <a:noFill/>
          <a:ln w="0">
            <a:noFill/>
          </a:ln>
        </p:spPr>
        <p:txBody>
          <a:bodyPr lIns="0" rIns="0" tIns="0" bIns="0" anchor="t">
            <a:normAutofit/>
          </a:bodyPr>
          <a:p>
            <a:endParaRPr b="0" lang="en-US" sz="3200" spc="-1" strike="noStrike">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A773BD5A-0B9D-43C9-8473-548007F4B2E6}"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3" name="PlaceHolder 1"/>
          <p:cNvSpPr>
            <a:spLocks noGrp="1"/>
          </p:cNvSpPr>
          <p:nvPr>
            <p:ph type="title"/>
          </p:nvPr>
        </p:nvSpPr>
        <p:spPr>
          <a:xfrm>
            <a:off x="303840" y="181440"/>
            <a:ext cx="5468760" cy="75996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4" name="PlaceHolder 2"/>
          <p:cNvSpPr>
            <a:spLocks noGrp="1"/>
          </p:cNvSpPr>
          <p:nvPr>
            <p:ph/>
          </p:nvPr>
        </p:nvSpPr>
        <p:spPr>
          <a:xfrm>
            <a:off x="303840" y="1065240"/>
            <a:ext cx="2668680" cy="2640240"/>
          </a:xfrm>
          <a:prstGeom prst="rect">
            <a:avLst/>
          </a:prstGeom>
          <a:noFill/>
          <a:ln w="0">
            <a:noFill/>
          </a:ln>
        </p:spPr>
        <p:txBody>
          <a:bodyPr lIns="0" rIns="0" tIns="0" bIns="0" anchor="t">
            <a:normAutofit/>
          </a:bodyPr>
          <a:p>
            <a:endParaRPr b="0" lang="en-US" sz="3200" spc="-1" strike="noStrike">
              <a:latin typeface="Arial"/>
            </a:endParaRPr>
          </a:p>
        </p:txBody>
      </p:sp>
      <p:sp>
        <p:nvSpPr>
          <p:cNvPr id="15" name="PlaceHolder 3"/>
          <p:cNvSpPr>
            <a:spLocks noGrp="1"/>
          </p:cNvSpPr>
          <p:nvPr>
            <p:ph/>
          </p:nvPr>
        </p:nvSpPr>
        <p:spPr>
          <a:xfrm>
            <a:off x="3106440" y="1065240"/>
            <a:ext cx="2668680" cy="264024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115521D0-7A4F-4C34-AD2C-777A8184D8AC}" type="slidenum">
              <a:t>&lt;#&gt;</a:t>
            </a:fld>
          </a:p>
        </p:txBody>
      </p:sp>
      <p:sp>
        <p:nvSpPr>
          <p:cNvPr id="7" name="PlaceHolder 6"/>
          <p:cNvSpPr>
            <a:spLocks noGrp="1"/>
          </p:cNvSpPr>
          <p:nvPr>
            <p:ph type="dt" idx="3"/>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6" name="PlaceHolder 1"/>
          <p:cNvSpPr>
            <a:spLocks noGrp="1"/>
          </p:cNvSpPr>
          <p:nvPr>
            <p:ph type="title"/>
          </p:nvPr>
        </p:nvSpPr>
        <p:spPr>
          <a:xfrm>
            <a:off x="303840" y="181440"/>
            <a:ext cx="5468760" cy="75996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8219C74C-C0CC-4664-9E7D-57AC7E98742F}" type="slidenum">
              <a:t>&lt;#&gt;</a:t>
            </a:fld>
          </a:p>
        </p:txBody>
      </p:sp>
      <p:sp>
        <p:nvSpPr>
          <p:cNvPr id="5" name="PlaceHolder 4"/>
          <p:cNvSpPr>
            <a:spLocks noGrp="1"/>
          </p:cNvSpPr>
          <p:nvPr>
            <p:ph type="dt" idx="3"/>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7" name="PlaceHolder 1"/>
          <p:cNvSpPr>
            <a:spLocks noGrp="1"/>
          </p:cNvSpPr>
          <p:nvPr>
            <p:ph type="subTitle"/>
          </p:nvPr>
        </p:nvSpPr>
        <p:spPr>
          <a:xfrm>
            <a:off x="303840" y="181440"/>
            <a:ext cx="5468760" cy="352404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96C80A52-88EF-4E6B-A1F9-E412B7D378BB}" type="slidenum">
              <a:t>&lt;#&gt;</a:t>
            </a:fld>
          </a:p>
        </p:txBody>
      </p:sp>
      <p:sp>
        <p:nvSpPr>
          <p:cNvPr id="5" name="PlaceHolder 4"/>
          <p:cNvSpPr>
            <a:spLocks noGrp="1"/>
          </p:cNvSpPr>
          <p:nvPr>
            <p:ph type="dt" idx="3"/>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303840" y="181440"/>
            <a:ext cx="5468760" cy="75996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9" name="PlaceHolder 2"/>
          <p:cNvSpPr>
            <a:spLocks noGrp="1"/>
          </p:cNvSpPr>
          <p:nvPr>
            <p:ph/>
          </p:nvPr>
        </p:nvSpPr>
        <p:spPr>
          <a:xfrm>
            <a:off x="303840" y="1065240"/>
            <a:ext cx="2668680" cy="1259280"/>
          </a:xfrm>
          <a:prstGeom prst="rect">
            <a:avLst/>
          </a:prstGeom>
          <a:noFill/>
          <a:ln w="0">
            <a:noFill/>
          </a:ln>
        </p:spPr>
        <p:txBody>
          <a:bodyPr lIns="0" rIns="0" tIns="0" bIns="0" anchor="t">
            <a:normAutofit/>
          </a:bodyPr>
          <a:p>
            <a:endParaRPr b="0" lang="en-US" sz="3200" spc="-1" strike="noStrike">
              <a:latin typeface="Arial"/>
            </a:endParaRPr>
          </a:p>
        </p:txBody>
      </p:sp>
      <p:sp>
        <p:nvSpPr>
          <p:cNvPr id="20" name="PlaceHolder 3"/>
          <p:cNvSpPr>
            <a:spLocks noGrp="1"/>
          </p:cNvSpPr>
          <p:nvPr>
            <p:ph/>
          </p:nvPr>
        </p:nvSpPr>
        <p:spPr>
          <a:xfrm>
            <a:off x="3106440" y="1065240"/>
            <a:ext cx="2668680" cy="2640240"/>
          </a:xfrm>
          <a:prstGeom prst="rect">
            <a:avLst/>
          </a:prstGeom>
          <a:noFill/>
          <a:ln w="0">
            <a:noFill/>
          </a:ln>
        </p:spPr>
        <p:txBody>
          <a:bodyPr lIns="0" rIns="0" tIns="0" bIns="0" anchor="t">
            <a:normAutofit/>
          </a:bodyPr>
          <a:p>
            <a:endParaRPr b="0" lang="en-US" sz="3200" spc="-1" strike="noStrike">
              <a:latin typeface="Arial"/>
            </a:endParaRPr>
          </a:p>
        </p:txBody>
      </p:sp>
      <p:sp>
        <p:nvSpPr>
          <p:cNvPr id="21" name="PlaceHolder 4"/>
          <p:cNvSpPr>
            <a:spLocks noGrp="1"/>
          </p:cNvSpPr>
          <p:nvPr>
            <p:ph/>
          </p:nvPr>
        </p:nvSpPr>
        <p:spPr>
          <a:xfrm>
            <a:off x="303840" y="2444400"/>
            <a:ext cx="2668680" cy="125928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196DAB9B-5C24-4ED5-AF7B-5C8D9A3AC963}" type="slidenum">
              <a:t>&lt;#&gt;</a:t>
            </a:fld>
          </a:p>
        </p:txBody>
      </p:sp>
      <p:sp>
        <p:nvSpPr>
          <p:cNvPr id="8" name="PlaceHolder 7"/>
          <p:cNvSpPr>
            <a:spLocks noGrp="1"/>
          </p:cNvSpPr>
          <p:nvPr>
            <p:ph type="dt" idx="3"/>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303840" y="181440"/>
            <a:ext cx="5468760" cy="75996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3" name="PlaceHolder 2"/>
          <p:cNvSpPr>
            <a:spLocks noGrp="1"/>
          </p:cNvSpPr>
          <p:nvPr>
            <p:ph/>
          </p:nvPr>
        </p:nvSpPr>
        <p:spPr>
          <a:xfrm>
            <a:off x="303840" y="1065240"/>
            <a:ext cx="2668680" cy="2640240"/>
          </a:xfrm>
          <a:prstGeom prst="rect">
            <a:avLst/>
          </a:prstGeom>
          <a:noFill/>
          <a:ln w="0">
            <a:noFill/>
          </a:ln>
        </p:spPr>
        <p:txBody>
          <a:bodyPr lIns="0" rIns="0" tIns="0" bIns="0" anchor="t">
            <a:normAutofit/>
          </a:bodyPr>
          <a:p>
            <a:endParaRPr b="0" lang="en-US" sz="3200" spc="-1" strike="noStrike">
              <a:latin typeface="Arial"/>
            </a:endParaRPr>
          </a:p>
        </p:txBody>
      </p:sp>
      <p:sp>
        <p:nvSpPr>
          <p:cNvPr id="24" name="PlaceHolder 3"/>
          <p:cNvSpPr>
            <a:spLocks noGrp="1"/>
          </p:cNvSpPr>
          <p:nvPr>
            <p:ph/>
          </p:nvPr>
        </p:nvSpPr>
        <p:spPr>
          <a:xfrm>
            <a:off x="3106440" y="1065240"/>
            <a:ext cx="2668680" cy="1259280"/>
          </a:xfrm>
          <a:prstGeom prst="rect">
            <a:avLst/>
          </a:prstGeom>
          <a:noFill/>
          <a:ln w="0">
            <a:noFill/>
          </a:ln>
        </p:spPr>
        <p:txBody>
          <a:bodyPr lIns="0" rIns="0" tIns="0" bIns="0" anchor="t">
            <a:normAutofit/>
          </a:bodyPr>
          <a:p>
            <a:endParaRPr b="0" lang="en-US" sz="3200" spc="-1" strike="noStrike">
              <a:latin typeface="Arial"/>
            </a:endParaRPr>
          </a:p>
        </p:txBody>
      </p:sp>
      <p:sp>
        <p:nvSpPr>
          <p:cNvPr id="25" name="PlaceHolder 4"/>
          <p:cNvSpPr>
            <a:spLocks noGrp="1"/>
          </p:cNvSpPr>
          <p:nvPr>
            <p:ph/>
          </p:nvPr>
        </p:nvSpPr>
        <p:spPr>
          <a:xfrm>
            <a:off x="3106440" y="2444400"/>
            <a:ext cx="2668680" cy="125928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7D4A7451-C251-45EE-B000-5577AB9483CE}" type="slidenum">
              <a:t>&lt;#&gt;</a:t>
            </a:fld>
          </a:p>
        </p:txBody>
      </p:sp>
      <p:sp>
        <p:nvSpPr>
          <p:cNvPr id="8" name="PlaceHolder 7"/>
          <p:cNvSpPr>
            <a:spLocks noGrp="1"/>
          </p:cNvSpPr>
          <p:nvPr>
            <p:ph type="dt" idx="3"/>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303840" y="181440"/>
            <a:ext cx="5468760" cy="75996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7" name="PlaceHolder 2"/>
          <p:cNvSpPr>
            <a:spLocks noGrp="1"/>
          </p:cNvSpPr>
          <p:nvPr>
            <p:ph/>
          </p:nvPr>
        </p:nvSpPr>
        <p:spPr>
          <a:xfrm>
            <a:off x="303840" y="1065240"/>
            <a:ext cx="2668680" cy="1259280"/>
          </a:xfrm>
          <a:prstGeom prst="rect">
            <a:avLst/>
          </a:prstGeom>
          <a:noFill/>
          <a:ln w="0">
            <a:noFill/>
          </a:ln>
        </p:spPr>
        <p:txBody>
          <a:bodyPr lIns="0" rIns="0" tIns="0" bIns="0" anchor="t">
            <a:normAutofit/>
          </a:bodyPr>
          <a:p>
            <a:endParaRPr b="0" lang="en-US" sz="3200" spc="-1" strike="noStrike">
              <a:latin typeface="Arial"/>
            </a:endParaRPr>
          </a:p>
        </p:txBody>
      </p:sp>
      <p:sp>
        <p:nvSpPr>
          <p:cNvPr id="28" name="PlaceHolder 3"/>
          <p:cNvSpPr>
            <a:spLocks noGrp="1"/>
          </p:cNvSpPr>
          <p:nvPr>
            <p:ph/>
          </p:nvPr>
        </p:nvSpPr>
        <p:spPr>
          <a:xfrm>
            <a:off x="3106440" y="1065240"/>
            <a:ext cx="2668680" cy="1259280"/>
          </a:xfrm>
          <a:prstGeom prst="rect">
            <a:avLst/>
          </a:prstGeom>
          <a:noFill/>
          <a:ln w="0">
            <a:noFill/>
          </a:ln>
        </p:spPr>
        <p:txBody>
          <a:bodyPr lIns="0" rIns="0" tIns="0" bIns="0" anchor="t">
            <a:normAutofit/>
          </a:bodyPr>
          <a:p>
            <a:endParaRPr b="0" lang="en-US" sz="3200" spc="-1" strike="noStrike">
              <a:latin typeface="Arial"/>
            </a:endParaRPr>
          </a:p>
        </p:txBody>
      </p:sp>
      <p:sp>
        <p:nvSpPr>
          <p:cNvPr id="29" name="PlaceHolder 4"/>
          <p:cNvSpPr>
            <a:spLocks noGrp="1"/>
          </p:cNvSpPr>
          <p:nvPr>
            <p:ph/>
          </p:nvPr>
        </p:nvSpPr>
        <p:spPr>
          <a:xfrm>
            <a:off x="303840" y="2444400"/>
            <a:ext cx="5468760" cy="125928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62EA8CE8-6CF7-4BEA-B855-5B8EF77732D0}" type="slidenum">
              <a:t>&lt;#&gt;</a:t>
            </a:fld>
          </a:p>
        </p:txBody>
      </p:sp>
      <p:sp>
        <p:nvSpPr>
          <p:cNvPr id="8" name="PlaceHolder 7"/>
          <p:cNvSpPr>
            <a:spLocks noGrp="1"/>
          </p:cNvSpPr>
          <p:nvPr>
            <p:ph type="dt" idx="3"/>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0" name="PlaceHolder 1"/>
          <p:cNvSpPr>
            <a:spLocks noGrp="1"/>
          </p:cNvSpPr>
          <p:nvPr>
            <p:ph type="title"/>
          </p:nvPr>
        </p:nvSpPr>
        <p:spPr>
          <a:xfrm>
            <a:off x="303840" y="181440"/>
            <a:ext cx="5468760" cy="75996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1" name="PlaceHolder 2"/>
          <p:cNvSpPr>
            <a:spLocks noGrp="1"/>
          </p:cNvSpPr>
          <p:nvPr>
            <p:ph/>
          </p:nvPr>
        </p:nvSpPr>
        <p:spPr>
          <a:xfrm>
            <a:off x="303840" y="1065240"/>
            <a:ext cx="5468760" cy="1259280"/>
          </a:xfrm>
          <a:prstGeom prst="rect">
            <a:avLst/>
          </a:prstGeom>
          <a:noFill/>
          <a:ln w="0">
            <a:noFill/>
          </a:ln>
        </p:spPr>
        <p:txBody>
          <a:bodyPr lIns="0" rIns="0" tIns="0" bIns="0" anchor="t">
            <a:normAutofit/>
          </a:bodyPr>
          <a:p>
            <a:endParaRPr b="0" lang="en-US" sz="3200" spc="-1" strike="noStrike">
              <a:latin typeface="Arial"/>
            </a:endParaRPr>
          </a:p>
        </p:txBody>
      </p:sp>
      <p:sp>
        <p:nvSpPr>
          <p:cNvPr id="32" name="PlaceHolder 3"/>
          <p:cNvSpPr>
            <a:spLocks noGrp="1"/>
          </p:cNvSpPr>
          <p:nvPr>
            <p:ph/>
          </p:nvPr>
        </p:nvSpPr>
        <p:spPr>
          <a:xfrm>
            <a:off x="303840" y="2444400"/>
            <a:ext cx="5468760" cy="125928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B4AF7F11-60D5-4D70-A5F6-0228AD9011E4}" type="slidenum">
              <a:t>&lt;#&gt;</a:t>
            </a:fld>
          </a:p>
        </p:txBody>
      </p:sp>
      <p:sp>
        <p:nvSpPr>
          <p:cNvPr id="7" name="PlaceHolder 6"/>
          <p:cNvSpPr>
            <a:spLocks noGrp="1"/>
          </p:cNvSpPr>
          <p:nvPr>
            <p:ph type="dt" idx="3"/>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303840" y="181440"/>
            <a:ext cx="5468760" cy="75996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4" name="PlaceHolder 2"/>
          <p:cNvSpPr>
            <a:spLocks noGrp="1"/>
          </p:cNvSpPr>
          <p:nvPr>
            <p:ph/>
          </p:nvPr>
        </p:nvSpPr>
        <p:spPr>
          <a:xfrm>
            <a:off x="303840" y="1065240"/>
            <a:ext cx="2668680" cy="1259280"/>
          </a:xfrm>
          <a:prstGeom prst="rect">
            <a:avLst/>
          </a:prstGeom>
          <a:noFill/>
          <a:ln w="0">
            <a:noFill/>
          </a:ln>
        </p:spPr>
        <p:txBody>
          <a:bodyPr lIns="0" rIns="0" tIns="0" bIns="0" anchor="t">
            <a:normAutofit/>
          </a:bodyPr>
          <a:p>
            <a:endParaRPr b="0" lang="en-US" sz="3200" spc="-1" strike="noStrike">
              <a:latin typeface="Arial"/>
            </a:endParaRPr>
          </a:p>
        </p:txBody>
      </p:sp>
      <p:sp>
        <p:nvSpPr>
          <p:cNvPr id="35" name="PlaceHolder 3"/>
          <p:cNvSpPr>
            <a:spLocks noGrp="1"/>
          </p:cNvSpPr>
          <p:nvPr>
            <p:ph/>
          </p:nvPr>
        </p:nvSpPr>
        <p:spPr>
          <a:xfrm>
            <a:off x="3106440" y="1065240"/>
            <a:ext cx="2668680" cy="1259280"/>
          </a:xfrm>
          <a:prstGeom prst="rect">
            <a:avLst/>
          </a:prstGeom>
          <a:noFill/>
          <a:ln w="0">
            <a:noFill/>
          </a:ln>
        </p:spPr>
        <p:txBody>
          <a:bodyPr lIns="0" rIns="0" tIns="0" bIns="0" anchor="t">
            <a:normAutofit/>
          </a:bodyPr>
          <a:p>
            <a:endParaRPr b="0" lang="en-US" sz="3200" spc="-1" strike="noStrike">
              <a:latin typeface="Arial"/>
            </a:endParaRPr>
          </a:p>
        </p:txBody>
      </p:sp>
      <p:sp>
        <p:nvSpPr>
          <p:cNvPr id="36" name="PlaceHolder 4"/>
          <p:cNvSpPr>
            <a:spLocks noGrp="1"/>
          </p:cNvSpPr>
          <p:nvPr>
            <p:ph/>
          </p:nvPr>
        </p:nvSpPr>
        <p:spPr>
          <a:xfrm>
            <a:off x="303840" y="2444400"/>
            <a:ext cx="2668680" cy="1259280"/>
          </a:xfrm>
          <a:prstGeom prst="rect">
            <a:avLst/>
          </a:prstGeom>
          <a:noFill/>
          <a:ln w="0">
            <a:noFill/>
          </a:ln>
        </p:spPr>
        <p:txBody>
          <a:bodyPr lIns="0" rIns="0" tIns="0" bIns="0" anchor="t">
            <a:normAutofit/>
          </a:bodyPr>
          <a:p>
            <a:endParaRPr b="0" lang="en-US" sz="3200" spc="-1" strike="noStrike">
              <a:latin typeface="Arial"/>
            </a:endParaRPr>
          </a:p>
        </p:txBody>
      </p:sp>
      <p:sp>
        <p:nvSpPr>
          <p:cNvPr id="37" name="PlaceHolder 5"/>
          <p:cNvSpPr>
            <a:spLocks noGrp="1"/>
          </p:cNvSpPr>
          <p:nvPr>
            <p:ph/>
          </p:nvPr>
        </p:nvSpPr>
        <p:spPr>
          <a:xfrm>
            <a:off x="3106440" y="2444400"/>
            <a:ext cx="2668680" cy="1259280"/>
          </a:xfrm>
          <a:prstGeom prst="rect">
            <a:avLst/>
          </a:prstGeom>
          <a:noFill/>
          <a:ln w="0">
            <a:noFill/>
          </a:ln>
        </p:spPr>
        <p:txBody>
          <a:bodyPr lIns="0" rIns="0" tIns="0" bIns="0" anchor="t">
            <a:normAutofit/>
          </a:bodyPr>
          <a:p>
            <a:endParaRPr b="0" lang="en-US" sz="3200" spc="-1" strike="noStrike">
              <a:latin typeface="Arial"/>
            </a:endParaRPr>
          </a:p>
        </p:txBody>
      </p:sp>
      <p:sp>
        <p:nvSpPr>
          <p:cNvPr id="7" name="PlaceHolder 6"/>
          <p:cNvSpPr>
            <a:spLocks noGrp="1"/>
          </p:cNvSpPr>
          <p:nvPr>
            <p:ph type="ftr" idx="1"/>
          </p:nvPr>
        </p:nvSpPr>
        <p:spPr/>
        <p:txBody>
          <a:bodyPr/>
          <a:p>
            <a:r>
              <a:t>Footer</a:t>
            </a:r>
          </a:p>
        </p:txBody>
      </p:sp>
      <p:sp>
        <p:nvSpPr>
          <p:cNvPr id="8" name="PlaceHolder 7"/>
          <p:cNvSpPr>
            <a:spLocks noGrp="1"/>
          </p:cNvSpPr>
          <p:nvPr>
            <p:ph type="sldNum" idx="2"/>
          </p:nvPr>
        </p:nvSpPr>
        <p:spPr/>
        <p:txBody>
          <a:bodyPr/>
          <a:p>
            <a:fld id="{1B66FBA7-55B8-465A-9C7F-C5A0610191F4}" type="slidenum">
              <a:t>&lt;#&gt;</a:t>
            </a:fld>
          </a:p>
        </p:txBody>
      </p:sp>
      <p:sp>
        <p:nvSpPr>
          <p:cNvPr id="9" name="PlaceHolder 8"/>
          <p:cNvSpPr>
            <a:spLocks noGrp="1"/>
          </p:cNvSpPr>
          <p:nvPr>
            <p:ph type="dt" idx="3"/>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8" name="PlaceHolder 1"/>
          <p:cNvSpPr>
            <a:spLocks noGrp="1"/>
          </p:cNvSpPr>
          <p:nvPr>
            <p:ph type="title"/>
          </p:nvPr>
        </p:nvSpPr>
        <p:spPr>
          <a:xfrm>
            <a:off x="303840" y="181440"/>
            <a:ext cx="5468760" cy="75996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9" name="PlaceHolder 2"/>
          <p:cNvSpPr>
            <a:spLocks noGrp="1"/>
          </p:cNvSpPr>
          <p:nvPr>
            <p:ph/>
          </p:nvPr>
        </p:nvSpPr>
        <p:spPr>
          <a:xfrm>
            <a:off x="303840" y="1065240"/>
            <a:ext cx="1760760" cy="1259280"/>
          </a:xfrm>
          <a:prstGeom prst="rect">
            <a:avLst/>
          </a:prstGeom>
          <a:noFill/>
          <a:ln w="0">
            <a:noFill/>
          </a:ln>
        </p:spPr>
        <p:txBody>
          <a:bodyPr lIns="0" rIns="0" tIns="0" bIns="0" anchor="t">
            <a:normAutofit fontScale="92000"/>
          </a:bodyPr>
          <a:p>
            <a:endParaRPr b="0" lang="en-US" sz="3200" spc="-1" strike="noStrike">
              <a:latin typeface="Arial"/>
            </a:endParaRPr>
          </a:p>
        </p:txBody>
      </p:sp>
      <p:sp>
        <p:nvSpPr>
          <p:cNvPr id="40" name="PlaceHolder 3"/>
          <p:cNvSpPr>
            <a:spLocks noGrp="1"/>
          </p:cNvSpPr>
          <p:nvPr>
            <p:ph/>
          </p:nvPr>
        </p:nvSpPr>
        <p:spPr>
          <a:xfrm>
            <a:off x="2153160" y="1065240"/>
            <a:ext cx="1760760" cy="1259280"/>
          </a:xfrm>
          <a:prstGeom prst="rect">
            <a:avLst/>
          </a:prstGeom>
          <a:noFill/>
          <a:ln w="0">
            <a:noFill/>
          </a:ln>
        </p:spPr>
        <p:txBody>
          <a:bodyPr lIns="0" rIns="0" tIns="0" bIns="0" anchor="t">
            <a:normAutofit fontScale="92000"/>
          </a:bodyPr>
          <a:p>
            <a:endParaRPr b="0" lang="en-US" sz="3200" spc="-1" strike="noStrike">
              <a:latin typeface="Arial"/>
            </a:endParaRPr>
          </a:p>
        </p:txBody>
      </p:sp>
      <p:sp>
        <p:nvSpPr>
          <p:cNvPr id="41" name="PlaceHolder 4"/>
          <p:cNvSpPr>
            <a:spLocks noGrp="1"/>
          </p:cNvSpPr>
          <p:nvPr>
            <p:ph/>
          </p:nvPr>
        </p:nvSpPr>
        <p:spPr>
          <a:xfrm>
            <a:off x="4002120" y="1065240"/>
            <a:ext cx="1760760" cy="1259280"/>
          </a:xfrm>
          <a:prstGeom prst="rect">
            <a:avLst/>
          </a:prstGeom>
          <a:noFill/>
          <a:ln w="0">
            <a:noFill/>
          </a:ln>
        </p:spPr>
        <p:txBody>
          <a:bodyPr lIns="0" rIns="0" tIns="0" bIns="0" anchor="t">
            <a:normAutofit fontScale="92000"/>
          </a:bodyPr>
          <a:p>
            <a:endParaRPr b="0" lang="en-US" sz="3200" spc="-1" strike="noStrike">
              <a:latin typeface="Arial"/>
            </a:endParaRPr>
          </a:p>
        </p:txBody>
      </p:sp>
      <p:sp>
        <p:nvSpPr>
          <p:cNvPr id="42" name="PlaceHolder 5"/>
          <p:cNvSpPr>
            <a:spLocks noGrp="1"/>
          </p:cNvSpPr>
          <p:nvPr>
            <p:ph/>
          </p:nvPr>
        </p:nvSpPr>
        <p:spPr>
          <a:xfrm>
            <a:off x="303840" y="2444400"/>
            <a:ext cx="1760760" cy="1259280"/>
          </a:xfrm>
          <a:prstGeom prst="rect">
            <a:avLst/>
          </a:prstGeom>
          <a:noFill/>
          <a:ln w="0">
            <a:noFill/>
          </a:ln>
        </p:spPr>
        <p:txBody>
          <a:bodyPr lIns="0" rIns="0" tIns="0" bIns="0" anchor="t">
            <a:normAutofit fontScale="92000"/>
          </a:bodyPr>
          <a:p>
            <a:endParaRPr b="0" lang="en-US" sz="3200" spc="-1" strike="noStrike">
              <a:latin typeface="Arial"/>
            </a:endParaRPr>
          </a:p>
        </p:txBody>
      </p:sp>
      <p:sp>
        <p:nvSpPr>
          <p:cNvPr id="43" name="PlaceHolder 6"/>
          <p:cNvSpPr>
            <a:spLocks noGrp="1"/>
          </p:cNvSpPr>
          <p:nvPr>
            <p:ph/>
          </p:nvPr>
        </p:nvSpPr>
        <p:spPr>
          <a:xfrm>
            <a:off x="2153160" y="2444400"/>
            <a:ext cx="1760760" cy="1259280"/>
          </a:xfrm>
          <a:prstGeom prst="rect">
            <a:avLst/>
          </a:prstGeom>
          <a:noFill/>
          <a:ln w="0">
            <a:noFill/>
          </a:ln>
        </p:spPr>
        <p:txBody>
          <a:bodyPr lIns="0" rIns="0" tIns="0" bIns="0" anchor="t">
            <a:normAutofit fontScale="92000"/>
          </a:bodyPr>
          <a:p>
            <a:endParaRPr b="0" lang="en-US" sz="3200" spc="-1" strike="noStrike">
              <a:latin typeface="Arial"/>
            </a:endParaRPr>
          </a:p>
        </p:txBody>
      </p:sp>
      <p:sp>
        <p:nvSpPr>
          <p:cNvPr id="44" name="PlaceHolder 7"/>
          <p:cNvSpPr>
            <a:spLocks noGrp="1"/>
          </p:cNvSpPr>
          <p:nvPr>
            <p:ph/>
          </p:nvPr>
        </p:nvSpPr>
        <p:spPr>
          <a:xfrm>
            <a:off x="4002120" y="2444400"/>
            <a:ext cx="1760760" cy="1259280"/>
          </a:xfrm>
          <a:prstGeom prst="rect">
            <a:avLst/>
          </a:prstGeom>
          <a:noFill/>
          <a:ln w="0">
            <a:noFill/>
          </a:ln>
        </p:spPr>
        <p:txBody>
          <a:bodyPr lIns="0" rIns="0" tIns="0" bIns="0" anchor="t">
            <a:normAutofit fontScale="92000"/>
          </a:bodyPr>
          <a:p>
            <a:endParaRPr b="0" lang="en-US" sz="3200" spc="-1" strike="noStrike">
              <a:latin typeface="Arial"/>
            </a:endParaRPr>
          </a:p>
        </p:txBody>
      </p:sp>
      <p:sp>
        <p:nvSpPr>
          <p:cNvPr id="9" name="PlaceHolder 8"/>
          <p:cNvSpPr>
            <a:spLocks noGrp="1"/>
          </p:cNvSpPr>
          <p:nvPr>
            <p:ph type="ftr" idx="1"/>
          </p:nvPr>
        </p:nvSpPr>
        <p:spPr/>
        <p:txBody>
          <a:bodyPr/>
          <a:p>
            <a:r>
              <a:t>Footer</a:t>
            </a:r>
          </a:p>
        </p:txBody>
      </p:sp>
      <p:sp>
        <p:nvSpPr>
          <p:cNvPr id="10" name="PlaceHolder 9"/>
          <p:cNvSpPr>
            <a:spLocks noGrp="1"/>
          </p:cNvSpPr>
          <p:nvPr>
            <p:ph type="sldNum" idx="2"/>
          </p:nvPr>
        </p:nvSpPr>
        <p:spPr/>
        <p:txBody>
          <a:bodyPr/>
          <a:p>
            <a:fld id="{C73B8FA9-1ED0-4F04-8F29-10C32AA9505B}" type="slidenum">
              <a:t>&lt;#&gt;</a:t>
            </a:fld>
          </a:p>
        </p:txBody>
      </p:sp>
      <p:sp>
        <p:nvSpPr>
          <p:cNvPr id="11" name="PlaceHolder 10"/>
          <p:cNvSpPr>
            <a:spLocks noGrp="1"/>
          </p:cNvSpPr>
          <p:nvPr>
            <p:ph type="dt" idx="3"/>
          </p:nvPr>
        </p:nvSpPr>
        <p:spPr/>
        <p:txBody>
          <a:bodyPr/>
          <a:p>
            <a:r>
              <a:rPr lang="en-US"/>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p>
            <a:r>
              <a:t>Footer</a:t>
            </a:r>
          </a:p>
        </p:txBody>
      </p:sp>
      <p:sp>
        <p:nvSpPr>
          <p:cNvPr id="3" name="PlaceHolder 2"/>
          <p:cNvSpPr>
            <a:spLocks noGrp="1"/>
          </p:cNvSpPr>
          <p:nvPr>
            <p:ph type="sldNum" idx="5"/>
          </p:nvPr>
        </p:nvSpPr>
        <p:spPr/>
        <p:txBody>
          <a:bodyPr/>
          <a:p>
            <a:fld id="{9BD9B44D-2FD8-43C7-9714-D021477CE41D}" type="slidenum">
              <a:t>&lt;#&gt;</a:t>
            </a:fld>
          </a:p>
        </p:txBody>
      </p:sp>
      <p:sp>
        <p:nvSpPr>
          <p:cNvPr id="4" name="PlaceHolder 3"/>
          <p:cNvSpPr>
            <a:spLocks noGrp="1"/>
          </p:cNvSpPr>
          <p:nvPr>
            <p:ph type="dt" idx="6"/>
          </p:nvPr>
        </p:nvSpPr>
        <p:spPr/>
        <p:txBody>
          <a:bodyPr/>
          <a:p>
            <a:r>
              <a:rPr lang="en-US"/>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4" name="PlaceHolder 1"/>
          <p:cNvSpPr>
            <a:spLocks noGrp="1"/>
          </p:cNvSpPr>
          <p:nvPr>
            <p:ph type="title"/>
          </p:nvPr>
        </p:nvSpPr>
        <p:spPr>
          <a:xfrm>
            <a:off x="303840" y="181440"/>
            <a:ext cx="5468760" cy="75996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55" name="PlaceHolder 2"/>
          <p:cNvSpPr>
            <a:spLocks noGrp="1"/>
          </p:cNvSpPr>
          <p:nvPr>
            <p:ph type="subTitle"/>
          </p:nvPr>
        </p:nvSpPr>
        <p:spPr>
          <a:xfrm>
            <a:off x="303840" y="1065240"/>
            <a:ext cx="5468760" cy="264024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46CF4B8E-B680-460A-B2FD-538C69F063CF}" type="slidenum">
              <a:t>&lt;#&gt;</a:t>
            </a:fld>
          </a:p>
        </p:txBody>
      </p:sp>
      <p:sp>
        <p:nvSpPr>
          <p:cNvPr id="6" name="PlaceHolder 5"/>
          <p:cNvSpPr>
            <a:spLocks noGrp="1"/>
          </p:cNvSpPr>
          <p:nvPr>
            <p:ph type="dt" idx="6"/>
          </p:nvPr>
        </p:nvSpPr>
        <p:spPr/>
        <p:txBody>
          <a:bodyPr/>
          <a:p>
            <a:r>
              <a:rPr lang="en-US"/>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6" name="PlaceHolder 1"/>
          <p:cNvSpPr>
            <a:spLocks noGrp="1"/>
          </p:cNvSpPr>
          <p:nvPr>
            <p:ph type="title"/>
          </p:nvPr>
        </p:nvSpPr>
        <p:spPr>
          <a:xfrm>
            <a:off x="303840" y="181440"/>
            <a:ext cx="5468760" cy="75996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57" name="PlaceHolder 2"/>
          <p:cNvSpPr>
            <a:spLocks noGrp="1"/>
          </p:cNvSpPr>
          <p:nvPr>
            <p:ph/>
          </p:nvPr>
        </p:nvSpPr>
        <p:spPr>
          <a:xfrm>
            <a:off x="303840" y="1065240"/>
            <a:ext cx="5468760" cy="2640240"/>
          </a:xfrm>
          <a:prstGeom prst="rect">
            <a:avLst/>
          </a:prstGeom>
          <a:noFill/>
          <a:ln w="0">
            <a:noFill/>
          </a:ln>
        </p:spPr>
        <p:txBody>
          <a:bodyPr lIns="0" rIns="0" tIns="0" bIns="0" anchor="t">
            <a:normAutofit/>
          </a:bodyPr>
          <a:p>
            <a:endParaRPr b="0" lang="en-US" sz="3200" spc="-1" strike="noStrike">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92D6AE56-8481-453C-8BEB-ACED91EEB206}" type="slidenum">
              <a:t>&lt;#&gt;</a:t>
            </a:fld>
          </a:p>
        </p:txBody>
      </p:sp>
      <p:sp>
        <p:nvSpPr>
          <p:cNvPr id="6" name="PlaceHolder 5"/>
          <p:cNvSpPr>
            <a:spLocks noGrp="1"/>
          </p:cNvSpPr>
          <p:nvPr>
            <p:ph type="dt" idx="6"/>
          </p:nvPr>
        </p:nvSpPr>
        <p:spPr/>
        <p:txBody>
          <a:bodyPr/>
          <a:p>
            <a:r>
              <a:rPr lang="en-US"/>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8" name="PlaceHolder 1"/>
          <p:cNvSpPr>
            <a:spLocks noGrp="1"/>
          </p:cNvSpPr>
          <p:nvPr>
            <p:ph type="title"/>
          </p:nvPr>
        </p:nvSpPr>
        <p:spPr>
          <a:xfrm>
            <a:off x="303840" y="181440"/>
            <a:ext cx="5468760" cy="75996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59" name="PlaceHolder 2"/>
          <p:cNvSpPr>
            <a:spLocks noGrp="1"/>
          </p:cNvSpPr>
          <p:nvPr>
            <p:ph/>
          </p:nvPr>
        </p:nvSpPr>
        <p:spPr>
          <a:xfrm>
            <a:off x="303840" y="1065240"/>
            <a:ext cx="2668680" cy="2640240"/>
          </a:xfrm>
          <a:prstGeom prst="rect">
            <a:avLst/>
          </a:prstGeom>
          <a:noFill/>
          <a:ln w="0">
            <a:noFill/>
          </a:ln>
        </p:spPr>
        <p:txBody>
          <a:bodyPr lIns="0" rIns="0" tIns="0" bIns="0" anchor="t">
            <a:normAutofit/>
          </a:bodyPr>
          <a:p>
            <a:endParaRPr b="0" lang="en-US" sz="3200" spc="-1" strike="noStrike">
              <a:latin typeface="Arial"/>
            </a:endParaRPr>
          </a:p>
        </p:txBody>
      </p:sp>
      <p:sp>
        <p:nvSpPr>
          <p:cNvPr id="60" name="PlaceHolder 3"/>
          <p:cNvSpPr>
            <a:spLocks noGrp="1"/>
          </p:cNvSpPr>
          <p:nvPr>
            <p:ph/>
          </p:nvPr>
        </p:nvSpPr>
        <p:spPr>
          <a:xfrm>
            <a:off x="3106440" y="1065240"/>
            <a:ext cx="2668680" cy="264024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ftr" idx="4"/>
          </p:nvPr>
        </p:nvSpPr>
        <p:spPr/>
        <p:txBody>
          <a:bodyPr/>
          <a:p>
            <a:r>
              <a:t>Footer</a:t>
            </a:r>
          </a:p>
        </p:txBody>
      </p:sp>
      <p:sp>
        <p:nvSpPr>
          <p:cNvPr id="6" name="PlaceHolder 5"/>
          <p:cNvSpPr>
            <a:spLocks noGrp="1"/>
          </p:cNvSpPr>
          <p:nvPr>
            <p:ph type="sldNum" idx="5"/>
          </p:nvPr>
        </p:nvSpPr>
        <p:spPr/>
        <p:txBody>
          <a:bodyPr/>
          <a:p>
            <a:fld id="{1E8A577F-7720-48B6-838A-6047DE77F05A}" type="slidenum">
              <a:t>&lt;#&gt;</a:t>
            </a:fld>
          </a:p>
        </p:txBody>
      </p:sp>
      <p:sp>
        <p:nvSpPr>
          <p:cNvPr id="7" name="PlaceHolder 6"/>
          <p:cNvSpPr>
            <a:spLocks noGrp="1"/>
          </p:cNvSpPr>
          <p:nvPr>
            <p:ph type="dt" idx="6"/>
          </p:nvPr>
        </p:nvSpPr>
        <p:spPr/>
        <p:txBody>
          <a:bodyPr/>
          <a:p>
            <a:r>
              <a:rPr lang="en-US"/>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61" name="PlaceHolder 1"/>
          <p:cNvSpPr>
            <a:spLocks noGrp="1"/>
          </p:cNvSpPr>
          <p:nvPr>
            <p:ph type="title"/>
          </p:nvPr>
        </p:nvSpPr>
        <p:spPr>
          <a:xfrm>
            <a:off x="303840" y="181440"/>
            <a:ext cx="5468760" cy="75996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 name="PlaceHolder 2"/>
          <p:cNvSpPr>
            <a:spLocks noGrp="1"/>
          </p:cNvSpPr>
          <p:nvPr>
            <p:ph type="ftr" idx="4"/>
          </p:nvPr>
        </p:nvSpPr>
        <p:spPr/>
        <p:txBody>
          <a:bodyPr/>
          <a:p>
            <a:r>
              <a:t>Footer</a:t>
            </a:r>
          </a:p>
        </p:txBody>
      </p:sp>
      <p:sp>
        <p:nvSpPr>
          <p:cNvPr id="4" name="PlaceHolder 3"/>
          <p:cNvSpPr>
            <a:spLocks noGrp="1"/>
          </p:cNvSpPr>
          <p:nvPr>
            <p:ph type="sldNum" idx="5"/>
          </p:nvPr>
        </p:nvSpPr>
        <p:spPr/>
        <p:txBody>
          <a:bodyPr/>
          <a:p>
            <a:fld id="{3C6D9057-5276-4323-90FB-334FA14DB06E}" type="slidenum">
              <a:t>&lt;#&gt;</a:t>
            </a:fld>
          </a:p>
        </p:txBody>
      </p:sp>
      <p:sp>
        <p:nvSpPr>
          <p:cNvPr id="5" name="PlaceHolder 4"/>
          <p:cNvSpPr>
            <a:spLocks noGrp="1"/>
          </p:cNvSpPr>
          <p:nvPr>
            <p:ph type="dt" idx="6"/>
          </p:nvPr>
        </p:nvSpPr>
        <p:spPr/>
        <p:txBody>
          <a:bodyPr/>
          <a:p>
            <a:r>
              <a:rPr lang="en-US"/>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62" name="PlaceHolder 1"/>
          <p:cNvSpPr>
            <a:spLocks noGrp="1"/>
          </p:cNvSpPr>
          <p:nvPr>
            <p:ph type="subTitle"/>
          </p:nvPr>
        </p:nvSpPr>
        <p:spPr>
          <a:xfrm>
            <a:off x="303840" y="181440"/>
            <a:ext cx="5468760" cy="352404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4"/>
          </p:nvPr>
        </p:nvSpPr>
        <p:spPr/>
        <p:txBody>
          <a:bodyPr/>
          <a:p>
            <a:r>
              <a:t>Footer</a:t>
            </a:r>
          </a:p>
        </p:txBody>
      </p:sp>
      <p:sp>
        <p:nvSpPr>
          <p:cNvPr id="4" name="PlaceHolder 3"/>
          <p:cNvSpPr>
            <a:spLocks noGrp="1"/>
          </p:cNvSpPr>
          <p:nvPr>
            <p:ph type="sldNum" idx="5"/>
          </p:nvPr>
        </p:nvSpPr>
        <p:spPr/>
        <p:txBody>
          <a:bodyPr/>
          <a:p>
            <a:fld id="{B3092920-38EE-4E36-BA84-38E28EB5CD84}" type="slidenum">
              <a:t>&lt;#&gt;</a:t>
            </a:fld>
          </a:p>
        </p:txBody>
      </p:sp>
      <p:sp>
        <p:nvSpPr>
          <p:cNvPr id="5" name="PlaceHolder 4"/>
          <p:cNvSpPr>
            <a:spLocks noGrp="1"/>
          </p:cNvSpPr>
          <p:nvPr>
            <p:ph type="dt" idx="6"/>
          </p:nvPr>
        </p:nvSpPr>
        <p:spPr/>
        <p:txBody>
          <a:bodyPr/>
          <a:p>
            <a:r>
              <a:rPr lang="en-US"/>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303840" y="181440"/>
            <a:ext cx="5468760" cy="75996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64" name="PlaceHolder 2"/>
          <p:cNvSpPr>
            <a:spLocks noGrp="1"/>
          </p:cNvSpPr>
          <p:nvPr>
            <p:ph/>
          </p:nvPr>
        </p:nvSpPr>
        <p:spPr>
          <a:xfrm>
            <a:off x="303840" y="1065240"/>
            <a:ext cx="2668680" cy="1259280"/>
          </a:xfrm>
          <a:prstGeom prst="rect">
            <a:avLst/>
          </a:prstGeom>
          <a:noFill/>
          <a:ln w="0">
            <a:noFill/>
          </a:ln>
        </p:spPr>
        <p:txBody>
          <a:bodyPr lIns="0" rIns="0" tIns="0" bIns="0" anchor="t">
            <a:normAutofit/>
          </a:bodyPr>
          <a:p>
            <a:endParaRPr b="0" lang="en-US" sz="3200" spc="-1" strike="noStrike">
              <a:latin typeface="Arial"/>
            </a:endParaRPr>
          </a:p>
        </p:txBody>
      </p:sp>
      <p:sp>
        <p:nvSpPr>
          <p:cNvPr id="65" name="PlaceHolder 3"/>
          <p:cNvSpPr>
            <a:spLocks noGrp="1"/>
          </p:cNvSpPr>
          <p:nvPr>
            <p:ph/>
          </p:nvPr>
        </p:nvSpPr>
        <p:spPr>
          <a:xfrm>
            <a:off x="3106440" y="1065240"/>
            <a:ext cx="2668680" cy="2640240"/>
          </a:xfrm>
          <a:prstGeom prst="rect">
            <a:avLst/>
          </a:prstGeom>
          <a:noFill/>
          <a:ln w="0">
            <a:noFill/>
          </a:ln>
        </p:spPr>
        <p:txBody>
          <a:bodyPr lIns="0" rIns="0" tIns="0" bIns="0" anchor="t">
            <a:normAutofit/>
          </a:bodyPr>
          <a:p>
            <a:endParaRPr b="0" lang="en-US" sz="3200" spc="-1" strike="noStrike">
              <a:latin typeface="Arial"/>
            </a:endParaRPr>
          </a:p>
        </p:txBody>
      </p:sp>
      <p:sp>
        <p:nvSpPr>
          <p:cNvPr id="66" name="PlaceHolder 4"/>
          <p:cNvSpPr>
            <a:spLocks noGrp="1"/>
          </p:cNvSpPr>
          <p:nvPr>
            <p:ph/>
          </p:nvPr>
        </p:nvSpPr>
        <p:spPr>
          <a:xfrm>
            <a:off x="303840" y="2444400"/>
            <a:ext cx="2668680" cy="125928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124732DE-C9FD-4A1E-B09E-3F57969AA068}" type="slidenum">
              <a:t>&lt;#&gt;</a:t>
            </a:fld>
          </a:p>
        </p:txBody>
      </p:sp>
      <p:sp>
        <p:nvSpPr>
          <p:cNvPr id="8" name="PlaceHolder 7"/>
          <p:cNvSpPr>
            <a:spLocks noGrp="1"/>
          </p:cNvSpPr>
          <p:nvPr>
            <p:ph type="dt" idx="6"/>
          </p:nvPr>
        </p:nvSpPr>
        <p:spPr/>
        <p:txBody>
          <a:bodyPr/>
          <a:p>
            <a:r>
              <a:rPr lang="en-US"/>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303840" y="181440"/>
            <a:ext cx="5468760" cy="75996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68" name="PlaceHolder 2"/>
          <p:cNvSpPr>
            <a:spLocks noGrp="1"/>
          </p:cNvSpPr>
          <p:nvPr>
            <p:ph/>
          </p:nvPr>
        </p:nvSpPr>
        <p:spPr>
          <a:xfrm>
            <a:off x="303840" y="1065240"/>
            <a:ext cx="2668680" cy="2640240"/>
          </a:xfrm>
          <a:prstGeom prst="rect">
            <a:avLst/>
          </a:prstGeom>
          <a:noFill/>
          <a:ln w="0">
            <a:noFill/>
          </a:ln>
        </p:spPr>
        <p:txBody>
          <a:bodyPr lIns="0" rIns="0" tIns="0" bIns="0" anchor="t">
            <a:normAutofit/>
          </a:bodyPr>
          <a:p>
            <a:endParaRPr b="0" lang="en-US" sz="3200" spc="-1" strike="noStrike">
              <a:latin typeface="Arial"/>
            </a:endParaRPr>
          </a:p>
        </p:txBody>
      </p:sp>
      <p:sp>
        <p:nvSpPr>
          <p:cNvPr id="69" name="PlaceHolder 3"/>
          <p:cNvSpPr>
            <a:spLocks noGrp="1"/>
          </p:cNvSpPr>
          <p:nvPr>
            <p:ph/>
          </p:nvPr>
        </p:nvSpPr>
        <p:spPr>
          <a:xfrm>
            <a:off x="3106440" y="1065240"/>
            <a:ext cx="2668680" cy="1259280"/>
          </a:xfrm>
          <a:prstGeom prst="rect">
            <a:avLst/>
          </a:prstGeom>
          <a:noFill/>
          <a:ln w="0">
            <a:noFill/>
          </a:ln>
        </p:spPr>
        <p:txBody>
          <a:bodyPr lIns="0" rIns="0" tIns="0" bIns="0" anchor="t">
            <a:normAutofit/>
          </a:bodyPr>
          <a:p>
            <a:endParaRPr b="0" lang="en-US" sz="3200" spc="-1" strike="noStrike">
              <a:latin typeface="Arial"/>
            </a:endParaRPr>
          </a:p>
        </p:txBody>
      </p:sp>
      <p:sp>
        <p:nvSpPr>
          <p:cNvPr id="70" name="PlaceHolder 4"/>
          <p:cNvSpPr>
            <a:spLocks noGrp="1"/>
          </p:cNvSpPr>
          <p:nvPr>
            <p:ph/>
          </p:nvPr>
        </p:nvSpPr>
        <p:spPr>
          <a:xfrm>
            <a:off x="3106440" y="2444400"/>
            <a:ext cx="2668680" cy="125928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68E5414B-DF2E-46DC-BB51-0CCBEA94FBEE}" type="slidenum">
              <a:t>&lt;#&gt;</a:t>
            </a:fld>
          </a:p>
        </p:txBody>
      </p:sp>
      <p:sp>
        <p:nvSpPr>
          <p:cNvPr id="8" name="PlaceHolder 7"/>
          <p:cNvSpPr>
            <a:spLocks noGrp="1"/>
          </p:cNvSpPr>
          <p:nvPr>
            <p:ph type="dt" idx="6"/>
          </p:nvPr>
        </p:nvSpPr>
        <p:spPr/>
        <p:txBody>
          <a:bodyPr/>
          <a:p>
            <a:r>
              <a:rPr lang="en-US"/>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71" name="PlaceHolder 1"/>
          <p:cNvSpPr>
            <a:spLocks noGrp="1"/>
          </p:cNvSpPr>
          <p:nvPr>
            <p:ph type="title"/>
          </p:nvPr>
        </p:nvSpPr>
        <p:spPr>
          <a:xfrm>
            <a:off x="303840" y="181440"/>
            <a:ext cx="5468760" cy="75996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72" name="PlaceHolder 2"/>
          <p:cNvSpPr>
            <a:spLocks noGrp="1"/>
          </p:cNvSpPr>
          <p:nvPr>
            <p:ph/>
          </p:nvPr>
        </p:nvSpPr>
        <p:spPr>
          <a:xfrm>
            <a:off x="303840" y="1065240"/>
            <a:ext cx="2668680" cy="1259280"/>
          </a:xfrm>
          <a:prstGeom prst="rect">
            <a:avLst/>
          </a:prstGeom>
          <a:noFill/>
          <a:ln w="0">
            <a:noFill/>
          </a:ln>
        </p:spPr>
        <p:txBody>
          <a:bodyPr lIns="0" rIns="0" tIns="0" bIns="0" anchor="t">
            <a:normAutofit/>
          </a:bodyPr>
          <a:p>
            <a:endParaRPr b="0" lang="en-US" sz="3200" spc="-1" strike="noStrike">
              <a:latin typeface="Arial"/>
            </a:endParaRPr>
          </a:p>
        </p:txBody>
      </p:sp>
      <p:sp>
        <p:nvSpPr>
          <p:cNvPr id="73" name="PlaceHolder 3"/>
          <p:cNvSpPr>
            <a:spLocks noGrp="1"/>
          </p:cNvSpPr>
          <p:nvPr>
            <p:ph/>
          </p:nvPr>
        </p:nvSpPr>
        <p:spPr>
          <a:xfrm>
            <a:off x="3106440" y="1065240"/>
            <a:ext cx="2668680" cy="1259280"/>
          </a:xfrm>
          <a:prstGeom prst="rect">
            <a:avLst/>
          </a:prstGeom>
          <a:noFill/>
          <a:ln w="0">
            <a:noFill/>
          </a:ln>
        </p:spPr>
        <p:txBody>
          <a:bodyPr lIns="0" rIns="0" tIns="0" bIns="0" anchor="t">
            <a:normAutofit/>
          </a:bodyPr>
          <a:p>
            <a:endParaRPr b="0" lang="en-US" sz="3200" spc="-1" strike="noStrike">
              <a:latin typeface="Arial"/>
            </a:endParaRPr>
          </a:p>
        </p:txBody>
      </p:sp>
      <p:sp>
        <p:nvSpPr>
          <p:cNvPr id="74" name="PlaceHolder 4"/>
          <p:cNvSpPr>
            <a:spLocks noGrp="1"/>
          </p:cNvSpPr>
          <p:nvPr>
            <p:ph/>
          </p:nvPr>
        </p:nvSpPr>
        <p:spPr>
          <a:xfrm>
            <a:off x="303840" y="2444400"/>
            <a:ext cx="5468760" cy="125928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DDFF441A-97B7-41D7-B227-F041822BBB9E}" type="slidenum">
              <a:t>&lt;#&gt;</a:t>
            </a:fld>
          </a:p>
        </p:txBody>
      </p:sp>
      <p:sp>
        <p:nvSpPr>
          <p:cNvPr id="8" name="PlaceHolder 7"/>
          <p:cNvSpPr>
            <a:spLocks noGrp="1"/>
          </p:cNvSpPr>
          <p:nvPr>
            <p:ph type="dt" idx="6"/>
          </p:nvPr>
        </p:nvSpPr>
        <p:spPr/>
        <p:txBody>
          <a:bodyPr/>
          <a:p>
            <a:r>
              <a:rPr lang="en-US"/>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303840" y="181440"/>
            <a:ext cx="5468760" cy="75996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76" name="PlaceHolder 2"/>
          <p:cNvSpPr>
            <a:spLocks noGrp="1"/>
          </p:cNvSpPr>
          <p:nvPr>
            <p:ph/>
          </p:nvPr>
        </p:nvSpPr>
        <p:spPr>
          <a:xfrm>
            <a:off x="303840" y="1065240"/>
            <a:ext cx="5468760" cy="1259280"/>
          </a:xfrm>
          <a:prstGeom prst="rect">
            <a:avLst/>
          </a:prstGeom>
          <a:noFill/>
          <a:ln w="0">
            <a:noFill/>
          </a:ln>
        </p:spPr>
        <p:txBody>
          <a:bodyPr lIns="0" rIns="0" tIns="0" bIns="0" anchor="t">
            <a:normAutofit/>
          </a:bodyPr>
          <a:p>
            <a:endParaRPr b="0" lang="en-US" sz="3200" spc="-1" strike="noStrike">
              <a:latin typeface="Arial"/>
            </a:endParaRPr>
          </a:p>
        </p:txBody>
      </p:sp>
      <p:sp>
        <p:nvSpPr>
          <p:cNvPr id="77" name="PlaceHolder 3"/>
          <p:cNvSpPr>
            <a:spLocks noGrp="1"/>
          </p:cNvSpPr>
          <p:nvPr>
            <p:ph/>
          </p:nvPr>
        </p:nvSpPr>
        <p:spPr>
          <a:xfrm>
            <a:off x="303840" y="2444400"/>
            <a:ext cx="5468760" cy="125928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ftr" idx="4"/>
          </p:nvPr>
        </p:nvSpPr>
        <p:spPr/>
        <p:txBody>
          <a:bodyPr/>
          <a:p>
            <a:r>
              <a:t>Footer</a:t>
            </a:r>
          </a:p>
        </p:txBody>
      </p:sp>
      <p:sp>
        <p:nvSpPr>
          <p:cNvPr id="6" name="PlaceHolder 5"/>
          <p:cNvSpPr>
            <a:spLocks noGrp="1"/>
          </p:cNvSpPr>
          <p:nvPr>
            <p:ph type="sldNum" idx="5"/>
          </p:nvPr>
        </p:nvSpPr>
        <p:spPr/>
        <p:txBody>
          <a:bodyPr/>
          <a:p>
            <a:fld id="{08C5A915-1AA7-436F-8863-F33FEB72B88C}" type="slidenum">
              <a:t>&lt;#&gt;</a:t>
            </a:fld>
          </a:p>
        </p:txBody>
      </p:sp>
      <p:sp>
        <p:nvSpPr>
          <p:cNvPr id="7" name="PlaceHolder 6"/>
          <p:cNvSpPr>
            <a:spLocks noGrp="1"/>
          </p:cNvSpPr>
          <p:nvPr>
            <p:ph type="dt" idx="6"/>
          </p:nvPr>
        </p:nvSpPr>
        <p:spPr/>
        <p:txBody>
          <a:bodyPr/>
          <a:p>
            <a:r>
              <a:rPr lang="en-US"/>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8" name="PlaceHolder 1"/>
          <p:cNvSpPr>
            <a:spLocks noGrp="1"/>
          </p:cNvSpPr>
          <p:nvPr>
            <p:ph type="title"/>
          </p:nvPr>
        </p:nvSpPr>
        <p:spPr>
          <a:xfrm>
            <a:off x="303840" y="181440"/>
            <a:ext cx="5468760" cy="75996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79" name="PlaceHolder 2"/>
          <p:cNvSpPr>
            <a:spLocks noGrp="1"/>
          </p:cNvSpPr>
          <p:nvPr>
            <p:ph/>
          </p:nvPr>
        </p:nvSpPr>
        <p:spPr>
          <a:xfrm>
            <a:off x="303840" y="1065240"/>
            <a:ext cx="2668680" cy="1259280"/>
          </a:xfrm>
          <a:prstGeom prst="rect">
            <a:avLst/>
          </a:prstGeom>
          <a:noFill/>
          <a:ln w="0">
            <a:noFill/>
          </a:ln>
        </p:spPr>
        <p:txBody>
          <a:bodyPr lIns="0" rIns="0" tIns="0" bIns="0" anchor="t">
            <a:normAutofit/>
          </a:bodyPr>
          <a:p>
            <a:endParaRPr b="0" lang="en-US" sz="3200" spc="-1" strike="noStrike">
              <a:latin typeface="Arial"/>
            </a:endParaRPr>
          </a:p>
        </p:txBody>
      </p:sp>
      <p:sp>
        <p:nvSpPr>
          <p:cNvPr id="80" name="PlaceHolder 3"/>
          <p:cNvSpPr>
            <a:spLocks noGrp="1"/>
          </p:cNvSpPr>
          <p:nvPr>
            <p:ph/>
          </p:nvPr>
        </p:nvSpPr>
        <p:spPr>
          <a:xfrm>
            <a:off x="3106440" y="1065240"/>
            <a:ext cx="2668680" cy="1259280"/>
          </a:xfrm>
          <a:prstGeom prst="rect">
            <a:avLst/>
          </a:prstGeom>
          <a:noFill/>
          <a:ln w="0">
            <a:noFill/>
          </a:ln>
        </p:spPr>
        <p:txBody>
          <a:bodyPr lIns="0" rIns="0" tIns="0" bIns="0" anchor="t">
            <a:normAutofit/>
          </a:bodyPr>
          <a:p>
            <a:endParaRPr b="0" lang="en-US" sz="3200" spc="-1" strike="noStrike">
              <a:latin typeface="Arial"/>
            </a:endParaRPr>
          </a:p>
        </p:txBody>
      </p:sp>
      <p:sp>
        <p:nvSpPr>
          <p:cNvPr id="81" name="PlaceHolder 4"/>
          <p:cNvSpPr>
            <a:spLocks noGrp="1"/>
          </p:cNvSpPr>
          <p:nvPr>
            <p:ph/>
          </p:nvPr>
        </p:nvSpPr>
        <p:spPr>
          <a:xfrm>
            <a:off x="303840" y="2444400"/>
            <a:ext cx="2668680" cy="1259280"/>
          </a:xfrm>
          <a:prstGeom prst="rect">
            <a:avLst/>
          </a:prstGeom>
          <a:noFill/>
          <a:ln w="0">
            <a:noFill/>
          </a:ln>
        </p:spPr>
        <p:txBody>
          <a:bodyPr lIns="0" rIns="0" tIns="0" bIns="0" anchor="t">
            <a:normAutofit/>
          </a:bodyPr>
          <a:p>
            <a:endParaRPr b="0" lang="en-US" sz="3200" spc="-1" strike="noStrike">
              <a:latin typeface="Arial"/>
            </a:endParaRPr>
          </a:p>
        </p:txBody>
      </p:sp>
      <p:sp>
        <p:nvSpPr>
          <p:cNvPr id="82" name="PlaceHolder 5"/>
          <p:cNvSpPr>
            <a:spLocks noGrp="1"/>
          </p:cNvSpPr>
          <p:nvPr>
            <p:ph/>
          </p:nvPr>
        </p:nvSpPr>
        <p:spPr>
          <a:xfrm>
            <a:off x="3106440" y="2444400"/>
            <a:ext cx="2668680" cy="1259280"/>
          </a:xfrm>
          <a:prstGeom prst="rect">
            <a:avLst/>
          </a:prstGeom>
          <a:noFill/>
          <a:ln w="0">
            <a:noFill/>
          </a:ln>
        </p:spPr>
        <p:txBody>
          <a:bodyPr lIns="0" rIns="0" tIns="0" bIns="0" anchor="t">
            <a:normAutofit/>
          </a:bodyPr>
          <a:p>
            <a:endParaRPr b="0" lang="en-US" sz="3200" spc="-1" strike="noStrike">
              <a:latin typeface="Arial"/>
            </a:endParaRPr>
          </a:p>
        </p:txBody>
      </p:sp>
      <p:sp>
        <p:nvSpPr>
          <p:cNvPr id="7" name="PlaceHolder 6"/>
          <p:cNvSpPr>
            <a:spLocks noGrp="1"/>
          </p:cNvSpPr>
          <p:nvPr>
            <p:ph type="ftr" idx="4"/>
          </p:nvPr>
        </p:nvSpPr>
        <p:spPr/>
        <p:txBody>
          <a:bodyPr/>
          <a:p>
            <a:r>
              <a:t>Footer</a:t>
            </a:r>
          </a:p>
        </p:txBody>
      </p:sp>
      <p:sp>
        <p:nvSpPr>
          <p:cNvPr id="8" name="PlaceHolder 7"/>
          <p:cNvSpPr>
            <a:spLocks noGrp="1"/>
          </p:cNvSpPr>
          <p:nvPr>
            <p:ph type="sldNum" idx="5"/>
          </p:nvPr>
        </p:nvSpPr>
        <p:spPr/>
        <p:txBody>
          <a:bodyPr/>
          <a:p>
            <a:fld id="{562B747A-1BA3-4FAB-B2F1-3BAF89809197}" type="slidenum">
              <a:t>&lt;#&gt;</a:t>
            </a:fld>
          </a:p>
        </p:txBody>
      </p:sp>
      <p:sp>
        <p:nvSpPr>
          <p:cNvPr id="9" name="PlaceHolder 8"/>
          <p:cNvSpPr>
            <a:spLocks noGrp="1"/>
          </p:cNvSpPr>
          <p:nvPr>
            <p:ph type="dt" idx="6"/>
          </p:nvPr>
        </p:nvSpPr>
        <p:spPr/>
        <p:txBody>
          <a:bodyPr/>
          <a:p>
            <a:r>
              <a:rPr lang="en-US"/>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83" name="PlaceHolder 1"/>
          <p:cNvSpPr>
            <a:spLocks noGrp="1"/>
          </p:cNvSpPr>
          <p:nvPr>
            <p:ph type="title"/>
          </p:nvPr>
        </p:nvSpPr>
        <p:spPr>
          <a:xfrm>
            <a:off x="303840" y="181440"/>
            <a:ext cx="5468760" cy="75996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84" name="PlaceHolder 2"/>
          <p:cNvSpPr>
            <a:spLocks noGrp="1"/>
          </p:cNvSpPr>
          <p:nvPr>
            <p:ph/>
          </p:nvPr>
        </p:nvSpPr>
        <p:spPr>
          <a:xfrm>
            <a:off x="303840" y="1065240"/>
            <a:ext cx="1760760" cy="1259280"/>
          </a:xfrm>
          <a:prstGeom prst="rect">
            <a:avLst/>
          </a:prstGeom>
          <a:noFill/>
          <a:ln w="0">
            <a:noFill/>
          </a:ln>
        </p:spPr>
        <p:txBody>
          <a:bodyPr lIns="0" rIns="0" tIns="0" bIns="0" anchor="t">
            <a:normAutofit fontScale="92000"/>
          </a:bodyPr>
          <a:p>
            <a:endParaRPr b="0" lang="en-US" sz="3200" spc="-1" strike="noStrike">
              <a:latin typeface="Arial"/>
            </a:endParaRPr>
          </a:p>
        </p:txBody>
      </p:sp>
      <p:sp>
        <p:nvSpPr>
          <p:cNvPr id="85" name="PlaceHolder 3"/>
          <p:cNvSpPr>
            <a:spLocks noGrp="1"/>
          </p:cNvSpPr>
          <p:nvPr>
            <p:ph/>
          </p:nvPr>
        </p:nvSpPr>
        <p:spPr>
          <a:xfrm>
            <a:off x="2153160" y="1065240"/>
            <a:ext cx="1760760" cy="1259280"/>
          </a:xfrm>
          <a:prstGeom prst="rect">
            <a:avLst/>
          </a:prstGeom>
          <a:noFill/>
          <a:ln w="0">
            <a:noFill/>
          </a:ln>
        </p:spPr>
        <p:txBody>
          <a:bodyPr lIns="0" rIns="0" tIns="0" bIns="0" anchor="t">
            <a:normAutofit fontScale="92000"/>
          </a:bodyPr>
          <a:p>
            <a:endParaRPr b="0" lang="en-US" sz="3200" spc="-1" strike="noStrike">
              <a:latin typeface="Arial"/>
            </a:endParaRPr>
          </a:p>
        </p:txBody>
      </p:sp>
      <p:sp>
        <p:nvSpPr>
          <p:cNvPr id="86" name="PlaceHolder 4"/>
          <p:cNvSpPr>
            <a:spLocks noGrp="1"/>
          </p:cNvSpPr>
          <p:nvPr>
            <p:ph/>
          </p:nvPr>
        </p:nvSpPr>
        <p:spPr>
          <a:xfrm>
            <a:off x="4002120" y="1065240"/>
            <a:ext cx="1760760" cy="1259280"/>
          </a:xfrm>
          <a:prstGeom prst="rect">
            <a:avLst/>
          </a:prstGeom>
          <a:noFill/>
          <a:ln w="0">
            <a:noFill/>
          </a:ln>
        </p:spPr>
        <p:txBody>
          <a:bodyPr lIns="0" rIns="0" tIns="0" bIns="0" anchor="t">
            <a:normAutofit fontScale="92000"/>
          </a:bodyPr>
          <a:p>
            <a:endParaRPr b="0" lang="en-US" sz="3200" spc="-1" strike="noStrike">
              <a:latin typeface="Arial"/>
            </a:endParaRPr>
          </a:p>
        </p:txBody>
      </p:sp>
      <p:sp>
        <p:nvSpPr>
          <p:cNvPr id="87" name="PlaceHolder 5"/>
          <p:cNvSpPr>
            <a:spLocks noGrp="1"/>
          </p:cNvSpPr>
          <p:nvPr>
            <p:ph/>
          </p:nvPr>
        </p:nvSpPr>
        <p:spPr>
          <a:xfrm>
            <a:off x="303840" y="2444400"/>
            <a:ext cx="1760760" cy="1259280"/>
          </a:xfrm>
          <a:prstGeom prst="rect">
            <a:avLst/>
          </a:prstGeom>
          <a:noFill/>
          <a:ln w="0">
            <a:noFill/>
          </a:ln>
        </p:spPr>
        <p:txBody>
          <a:bodyPr lIns="0" rIns="0" tIns="0" bIns="0" anchor="t">
            <a:normAutofit fontScale="92000"/>
          </a:bodyPr>
          <a:p>
            <a:endParaRPr b="0" lang="en-US" sz="3200" spc="-1" strike="noStrike">
              <a:latin typeface="Arial"/>
            </a:endParaRPr>
          </a:p>
        </p:txBody>
      </p:sp>
      <p:sp>
        <p:nvSpPr>
          <p:cNvPr id="88" name="PlaceHolder 6"/>
          <p:cNvSpPr>
            <a:spLocks noGrp="1"/>
          </p:cNvSpPr>
          <p:nvPr>
            <p:ph/>
          </p:nvPr>
        </p:nvSpPr>
        <p:spPr>
          <a:xfrm>
            <a:off x="2153160" y="2444400"/>
            <a:ext cx="1760760" cy="1259280"/>
          </a:xfrm>
          <a:prstGeom prst="rect">
            <a:avLst/>
          </a:prstGeom>
          <a:noFill/>
          <a:ln w="0">
            <a:noFill/>
          </a:ln>
        </p:spPr>
        <p:txBody>
          <a:bodyPr lIns="0" rIns="0" tIns="0" bIns="0" anchor="t">
            <a:normAutofit fontScale="92000"/>
          </a:bodyPr>
          <a:p>
            <a:endParaRPr b="0" lang="en-US" sz="3200" spc="-1" strike="noStrike">
              <a:latin typeface="Arial"/>
            </a:endParaRPr>
          </a:p>
        </p:txBody>
      </p:sp>
      <p:sp>
        <p:nvSpPr>
          <p:cNvPr id="89" name="PlaceHolder 7"/>
          <p:cNvSpPr>
            <a:spLocks noGrp="1"/>
          </p:cNvSpPr>
          <p:nvPr>
            <p:ph/>
          </p:nvPr>
        </p:nvSpPr>
        <p:spPr>
          <a:xfrm>
            <a:off x="4002120" y="2444400"/>
            <a:ext cx="1760760" cy="1259280"/>
          </a:xfrm>
          <a:prstGeom prst="rect">
            <a:avLst/>
          </a:prstGeom>
          <a:noFill/>
          <a:ln w="0">
            <a:noFill/>
          </a:ln>
        </p:spPr>
        <p:txBody>
          <a:bodyPr lIns="0" rIns="0" tIns="0" bIns="0" anchor="t">
            <a:normAutofit fontScale="92000"/>
          </a:bodyPr>
          <a:p>
            <a:endParaRPr b="0" lang="en-US" sz="3200" spc="-1" strike="noStrike">
              <a:latin typeface="Arial"/>
            </a:endParaRPr>
          </a:p>
        </p:txBody>
      </p:sp>
      <p:sp>
        <p:nvSpPr>
          <p:cNvPr id="9" name="PlaceHolder 8"/>
          <p:cNvSpPr>
            <a:spLocks noGrp="1"/>
          </p:cNvSpPr>
          <p:nvPr>
            <p:ph type="ftr" idx="4"/>
          </p:nvPr>
        </p:nvSpPr>
        <p:spPr/>
        <p:txBody>
          <a:bodyPr/>
          <a:p>
            <a:r>
              <a:t>Footer</a:t>
            </a:r>
          </a:p>
        </p:txBody>
      </p:sp>
      <p:sp>
        <p:nvSpPr>
          <p:cNvPr id="10" name="PlaceHolder 9"/>
          <p:cNvSpPr>
            <a:spLocks noGrp="1"/>
          </p:cNvSpPr>
          <p:nvPr>
            <p:ph type="sldNum" idx="5"/>
          </p:nvPr>
        </p:nvSpPr>
        <p:spPr/>
        <p:txBody>
          <a:bodyPr/>
          <a:p>
            <a:fld id="{50F0AC20-A293-416E-9B4C-395919643B67}" type="slidenum">
              <a:t>&lt;#&gt;</a:t>
            </a:fld>
          </a:p>
        </p:txBody>
      </p:sp>
      <p:sp>
        <p:nvSpPr>
          <p:cNvPr id="11" name="PlaceHolder 10"/>
          <p:cNvSpPr>
            <a:spLocks noGrp="1"/>
          </p:cNvSpPr>
          <p:nvPr>
            <p:ph type="dt" idx="6"/>
          </p:nvPr>
        </p:nvSpPr>
        <p:spPr/>
        <p:txBody>
          <a:bodyPr/>
          <a:p>
            <a:r>
              <a:rPr lang="en-US"/>
              <a:t/>
            </a: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p>
            <a:r>
              <a:t>Footer</a:t>
            </a:r>
          </a:p>
        </p:txBody>
      </p:sp>
      <p:sp>
        <p:nvSpPr>
          <p:cNvPr id="3" name="PlaceHolder 2"/>
          <p:cNvSpPr>
            <a:spLocks noGrp="1"/>
          </p:cNvSpPr>
          <p:nvPr>
            <p:ph type="sldNum" idx="8"/>
          </p:nvPr>
        </p:nvSpPr>
        <p:spPr/>
        <p:txBody>
          <a:bodyPr/>
          <a:p>
            <a:fld id="{5C137878-3B20-4CC9-A9F0-CD4A4BAFA58B}" type="slidenum">
              <a:t>&lt;#&gt;</a:t>
            </a:fld>
          </a:p>
        </p:txBody>
      </p:sp>
      <p:sp>
        <p:nvSpPr>
          <p:cNvPr id="4" name="PlaceHolder 3"/>
          <p:cNvSpPr>
            <a:spLocks noGrp="1"/>
          </p:cNvSpPr>
          <p:nvPr>
            <p:ph type="dt" idx="9"/>
          </p:nvPr>
        </p:nvSpPr>
        <p:spPr/>
        <p:txBody>
          <a:bodyPr/>
          <a:p>
            <a:r>
              <a:rPr lang="en-US"/>
              <a:t/>
            </a: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97" name="PlaceHolder 1"/>
          <p:cNvSpPr>
            <a:spLocks noGrp="1"/>
          </p:cNvSpPr>
          <p:nvPr>
            <p:ph type="title"/>
          </p:nvPr>
        </p:nvSpPr>
        <p:spPr>
          <a:xfrm>
            <a:off x="303840" y="181440"/>
            <a:ext cx="5468760" cy="75996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98" name="PlaceHolder 2"/>
          <p:cNvSpPr>
            <a:spLocks noGrp="1"/>
          </p:cNvSpPr>
          <p:nvPr>
            <p:ph type="subTitle"/>
          </p:nvPr>
        </p:nvSpPr>
        <p:spPr>
          <a:xfrm>
            <a:off x="303840" y="1065240"/>
            <a:ext cx="5468760" cy="264024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7"/>
          </p:nvPr>
        </p:nvSpPr>
        <p:spPr/>
        <p:txBody>
          <a:bodyPr/>
          <a:p>
            <a:r>
              <a:t>Footer</a:t>
            </a:r>
          </a:p>
        </p:txBody>
      </p:sp>
      <p:sp>
        <p:nvSpPr>
          <p:cNvPr id="5" name="PlaceHolder 4"/>
          <p:cNvSpPr>
            <a:spLocks noGrp="1"/>
          </p:cNvSpPr>
          <p:nvPr>
            <p:ph type="sldNum" idx="8"/>
          </p:nvPr>
        </p:nvSpPr>
        <p:spPr/>
        <p:txBody>
          <a:bodyPr/>
          <a:p>
            <a:fld id="{3F20193F-7A38-437A-AC6A-75DE0CC4620A}" type="slidenum">
              <a:t>&lt;#&gt;</a:t>
            </a:fld>
          </a:p>
        </p:txBody>
      </p:sp>
      <p:sp>
        <p:nvSpPr>
          <p:cNvPr id="6" name="PlaceHolder 5"/>
          <p:cNvSpPr>
            <a:spLocks noGrp="1"/>
          </p:cNvSpPr>
          <p:nvPr>
            <p:ph type="dt" idx="9"/>
          </p:nvPr>
        </p:nvSpPr>
        <p:spPr/>
        <p:txBody>
          <a:bodyPr/>
          <a:p>
            <a:r>
              <a:rPr lang="en-US"/>
              <a:t/>
            </a: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99" name="PlaceHolder 1"/>
          <p:cNvSpPr>
            <a:spLocks noGrp="1"/>
          </p:cNvSpPr>
          <p:nvPr>
            <p:ph type="title"/>
          </p:nvPr>
        </p:nvSpPr>
        <p:spPr>
          <a:xfrm>
            <a:off x="303840" y="181440"/>
            <a:ext cx="5468760" cy="75996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00" name="PlaceHolder 2"/>
          <p:cNvSpPr>
            <a:spLocks noGrp="1"/>
          </p:cNvSpPr>
          <p:nvPr>
            <p:ph/>
          </p:nvPr>
        </p:nvSpPr>
        <p:spPr>
          <a:xfrm>
            <a:off x="303840" y="1065240"/>
            <a:ext cx="5468760" cy="2640240"/>
          </a:xfrm>
          <a:prstGeom prst="rect">
            <a:avLst/>
          </a:prstGeom>
          <a:noFill/>
          <a:ln w="0">
            <a:noFill/>
          </a:ln>
        </p:spPr>
        <p:txBody>
          <a:bodyPr lIns="0" rIns="0" tIns="0" bIns="0" anchor="t">
            <a:normAutofit/>
          </a:bodyPr>
          <a:p>
            <a:endParaRPr b="0" lang="en-US" sz="3200" spc="-1" strike="noStrike">
              <a:latin typeface="Arial"/>
            </a:endParaRPr>
          </a:p>
        </p:txBody>
      </p:sp>
      <p:sp>
        <p:nvSpPr>
          <p:cNvPr id="4" name="PlaceHolder 3"/>
          <p:cNvSpPr>
            <a:spLocks noGrp="1"/>
          </p:cNvSpPr>
          <p:nvPr>
            <p:ph type="ftr" idx="7"/>
          </p:nvPr>
        </p:nvSpPr>
        <p:spPr/>
        <p:txBody>
          <a:bodyPr/>
          <a:p>
            <a:r>
              <a:t>Footer</a:t>
            </a:r>
          </a:p>
        </p:txBody>
      </p:sp>
      <p:sp>
        <p:nvSpPr>
          <p:cNvPr id="5" name="PlaceHolder 4"/>
          <p:cNvSpPr>
            <a:spLocks noGrp="1"/>
          </p:cNvSpPr>
          <p:nvPr>
            <p:ph type="sldNum" idx="8"/>
          </p:nvPr>
        </p:nvSpPr>
        <p:spPr/>
        <p:txBody>
          <a:bodyPr/>
          <a:p>
            <a:fld id="{21EC8179-4264-4D2B-BE61-F25E13C71AF4}" type="slidenum">
              <a:t>&lt;#&gt;</a:t>
            </a:fld>
          </a:p>
        </p:txBody>
      </p:sp>
      <p:sp>
        <p:nvSpPr>
          <p:cNvPr id="6" name="PlaceHolder 5"/>
          <p:cNvSpPr>
            <a:spLocks noGrp="1"/>
          </p:cNvSpPr>
          <p:nvPr>
            <p:ph type="dt" idx="9"/>
          </p:nvPr>
        </p:nvSpPr>
        <p:spPr/>
        <p:txBody>
          <a:bodyPr/>
          <a:p>
            <a:r>
              <a:rPr lang="en-US"/>
              <a:t/>
            </a: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01" name="PlaceHolder 1"/>
          <p:cNvSpPr>
            <a:spLocks noGrp="1"/>
          </p:cNvSpPr>
          <p:nvPr>
            <p:ph type="title"/>
          </p:nvPr>
        </p:nvSpPr>
        <p:spPr>
          <a:xfrm>
            <a:off x="303840" y="181440"/>
            <a:ext cx="5468760" cy="75996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02" name="PlaceHolder 2"/>
          <p:cNvSpPr>
            <a:spLocks noGrp="1"/>
          </p:cNvSpPr>
          <p:nvPr>
            <p:ph/>
          </p:nvPr>
        </p:nvSpPr>
        <p:spPr>
          <a:xfrm>
            <a:off x="303840" y="1065240"/>
            <a:ext cx="2668680" cy="2640240"/>
          </a:xfrm>
          <a:prstGeom prst="rect">
            <a:avLst/>
          </a:prstGeom>
          <a:noFill/>
          <a:ln w="0">
            <a:noFill/>
          </a:ln>
        </p:spPr>
        <p:txBody>
          <a:bodyPr lIns="0" rIns="0" tIns="0" bIns="0" anchor="t">
            <a:normAutofit/>
          </a:bodyPr>
          <a:p>
            <a:endParaRPr b="0" lang="en-US" sz="3200" spc="-1" strike="noStrike">
              <a:latin typeface="Arial"/>
            </a:endParaRPr>
          </a:p>
        </p:txBody>
      </p:sp>
      <p:sp>
        <p:nvSpPr>
          <p:cNvPr id="103" name="PlaceHolder 3"/>
          <p:cNvSpPr>
            <a:spLocks noGrp="1"/>
          </p:cNvSpPr>
          <p:nvPr>
            <p:ph/>
          </p:nvPr>
        </p:nvSpPr>
        <p:spPr>
          <a:xfrm>
            <a:off x="3106440" y="1065240"/>
            <a:ext cx="2668680" cy="264024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ftr" idx="7"/>
          </p:nvPr>
        </p:nvSpPr>
        <p:spPr/>
        <p:txBody>
          <a:bodyPr/>
          <a:p>
            <a:r>
              <a:t>Footer</a:t>
            </a:r>
          </a:p>
        </p:txBody>
      </p:sp>
      <p:sp>
        <p:nvSpPr>
          <p:cNvPr id="6" name="PlaceHolder 5"/>
          <p:cNvSpPr>
            <a:spLocks noGrp="1"/>
          </p:cNvSpPr>
          <p:nvPr>
            <p:ph type="sldNum" idx="8"/>
          </p:nvPr>
        </p:nvSpPr>
        <p:spPr/>
        <p:txBody>
          <a:bodyPr/>
          <a:p>
            <a:fld id="{29EA5E7D-F32B-49FC-B7C2-E91EA59BFBD6}" type="slidenum">
              <a:t>&lt;#&gt;</a:t>
            </a:fld>
          </a:p>
        </p:txBody>
      </p:sp>
      <p:sp>
        <p:nvSpPr>
          <p:cNvPr id="7" name="PlaceHolder 6"/>
          <p:cNvSpPr>
            <a:spLocks noGrp="1"/>
          </p:cNvSpPr>
          <p:nvPr>
            <p:ph type="dt" idx="9"/>
          </p:nvPr>
        </p:nvSpPr>
        <p:spPr/>
        <p:txBody>
          <a:bodyPr/>
          <a:p>
            <a:r>
              <a:rPr lang="en-US"/>
              <a:t/>
            </a: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04" name="PlaceHolder 1"/>
          <p:cNvSpPr>
            <a:spLocks noGrp="1"/>
          </p:cNvSpPr>
          <p:nvPr>
            <p:ph type="title"/>
          </p:nvPr>
        </p:nvSpPr>
        <p:spPr>
          <a:xfrm>
            <a:off x="303840" y="181440"/>
            <a:ext cx="5468760" cy="75996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 name="PlaceHolder 2"/>
          <p:cNvSpPr>
            <a:spLocks noGrp="1"/>
          </p:cNvSpPr>
          <p:nvPr>
            <p:ph type="ftr" idx="7"/>
          </p:nvPr>
        </p:nvSpPr>
        <p:spPr/>
        <p:txBody>
          <a:bodyPr/>
          <a:p>
            <a:r>
              <a:t>Footer</a:t>
            </a:r>
          </a:p>
        </p:txBody>
      </p:sp>
      <p:sp>
        <p:nvSpPr>
          <p:cNvPr id="4" name="PlaceHolder 3"/>
          <p:cNvSpPr>
            <a:spLocks noGrp="1"/>
          </p:cNvSpPr>
          <p:nvPr>
            <p:ph type="sldNum" idx="8"/>
          </p:nvPr>
        </p:nvSpPr>
        <p:spPr/>
        <p:txBody>
          <a:bodyPr/>
          <a:p>
            <a:fld id="{ED07B746-080A-4ECE-B179-181BD3994CF6}" type="slidenum">
              <a:t>&lt;#&gt;</a:t>
            </a:fld>
          </a:p>
        </p:txBody>
      </p:sp>
      <p:sp>
        <p:nvSpPr>
          <p:cNvPr id="5" name="PlaceHolder 4"/>
          <p:cNvSpPr>
            <a:spLocks noGrp="1"/>
          </p:cNvSpPr>
          <p:nvPr>
            <p:ph type="dt" idx="9"/>
          </p:nvPr>
        </p:nvSpPr>
        <p:spPr/>
        <p:txBody>
          <a:bodyPr/>
          <a:p>
            <a:r>
              <a:rPr lang="en-US"/>
              <a:t/>
            </a: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5" name="PlaceHolder 1"/>
          <p:cNvSpPr>
            <a:spLocks noGrp="1"/>
          </p:cNvSpPr>
          <p:nvPr>
            <p:ph type="subTitle"/>
          </p:nvPr>
        </p:nvSpPr>
        <p:spPr>
          <a:xfrm>
            <a:off x="303840" y="181440"/>
            <a:ext cx="5468760" cy="352404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7"/>
          </p:nvPr>
        </p:nvSpPr>
        <p:spPr/>
        <p:txBody>
          <a:bodyPr/>
          <a:p>
            <a:r>
              <a:t>Footer</a:t>
            </a:r>
          </a:p>
        </p:txBody>
      </p:sp>
      <p:sp>
        <p:nvSpPr>
          <p:cNvPr id="4" name="PlaceHolder 3"/>
          <p:cNvSpPr>
            <a:spLocks noGrp="1"/>
          </p:cNvSpPr>
          <p:nvPr>
            <p:ph type="sldNum" idx="8"/>
          </p:nvPr>
        </p:nvSpPr>
        <p:spPr/>
        <p:txBody>
          <a:bodyPr/>
          <a:p>
            <a:fld id="{1E8EBDF7-84E2-4AC9-8648-039D1664F249}" type="slidenum">
              <a:t>&lt;#&gt;</a:t>
            </a:fld>
          </a:p>
        </p:txBody>
      </p:sp>
      <p:sp>
        <p:nvSpPr>
          <p:cNvPr id="5" name="PlaceHolder 4"/>
          <p:cNvSpPr>
            <a:spLocks noGrp="1"/>
          </p:cNvSpPr>
          <p:nvPr>
            <p:ph type="dt" idx="9"/>
          </p:nvPr>
        </p:nvSpPr>
        <p:spPr/>
        <p:txBody>
          <a:bodyPr/>
          <a:p>
            <a:r>
              <a:rPr lang="en-US"/>
              <a:t/>
            </a: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06" name="PlaceHolder 1"/>
          <p:cNvSpPr>
            <a:spLocks noGrp="1"/>
          </p:cNvSpPr>
          <p:nvPr>
            <p:ph type="title"/>
          </p:nvPr>
        </p:nvSpPr>
        <p:spPr>
          <a:xfrm>
            <a:off x="303840" y="181440"/>
            <a:ext cx="5468760" cy="75996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07" name="PlaceHolder 2"/>
          <p:cNvSpPr>
            <a:spLocks noGrp="1"/>
          </p:cNvSpPr>
          <p:nvPr>
            <p:ph/>
          </p:nvPr>
        </p:nvSpPr>
        <p:spPr>
          <a:xfrm>
            <a:off x="303840" y="1065240"/>
            <a:ext cx="2668680" cy="1259280"/>
          </a:xfrm>
          <a:prstGeom prst="rect">
            <a:avLst/>
          </a:prstGeom>
          <a:noFill/>
          <a:ln w="0">
            <a:noFill/>
          </a:ln>
        </p:spPr>
        <p:txBody>
          <a:bodyPr lIns="0" rIns="0" tIns="0" bIns="0" anchor="t">
            <a:normAutofit/>
          </a:bodyPr>
          <a:p>
            <a:endParaRPr b="0" lang="en-US" sz="3200" spc="-1" strike="noStrike">
              <a:latin typeface="Arial"/>
            </a:endParaRPr>
          </a:p>
        </p:txBody>
      </p:sp>
      <p:sp>
        <p:nvSpPr>
          <p:cNvPr id="108" name="PlaceHolder 3"/>
          <p:cNvSpPr>
            <a:spLocks noGrp="1"/>
          </p:cNvSpPr>
          <p:nvPr>
            <p:ph/>
          </p:nvPr>
        </p:nvSpPr>
        <p:spPr>
          <a:xfrm>
            <a:off x="3106440" y="1065240"/>
            <a:ext cx="2668680" cy="2640240"/>
          </a:xfrm>
          <a:prstGeom prst="rect">
            <a:avLst/>
          </a:prstGeom>
          <a:noFill/>
          <a:ln w="0">
            <a:noFill/>
          </a:ln>
        </p:spPr>
        <p:txBody>
          <a:bodyPr lIns="0" rIns="0" tIns="0" bIns="0" anchor="t">
            <a:normAutofit/>
          </a:bodyPr>
          <a:p>
            <a:endParaRPr b="0" lang="en-US" sz="3200" spc="-1" strike="noStrike">
              <a:latin typeface="Arial"/>
            </a:endParaRPr>
          </a:p>
        </p:txBody>
      </p:sp>
      <p:sp>
        <p:nvSpPr>
          <p:cNvPr id="109" name="PlaceHolder 4"/>
          <p:cNvSpPr>
            <a:spLocks noGrp="1"/>
          </p:cNvSpPr>
          <p:nvPr>
            <p:ph/>
          </p:nvPr>
        </p:nvSpPr>
        <p:spPr>
          <a:xfrm>
            <a:off x="303840" y="2444400"/>
            <a:ext cx="2668680" cy="125928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7"/>
          </p:nvPr>
        </p:nvSpPr>
        <p:spPr/>
        <p:txBody>
          <a:bodyPr/>
          <a:p>
            <a:r>
              <a:t>Footer</a:t>
            </a:r>
          </a:p>
        </p:txBody>
      </p:sp>
      <p:sp>
        <p:nvSpPr>
          <p:cNvPr id="7" name="PlaceHolder 6"/>
          <p:cNvSpPr>
            <a:spLocks noGrp="1"/>
          </p:cNvSpPr>
          <p:nvPr>
            <p:ph type="sldNum" idx="8"/>
          </p:nvPr>
        </p:nvSpPr>
        <p:spPr/>
        <p:txBody>
          <a:bodyPr/>
          <a:p>
            <a:fld id="{E3F7594C-AF11-4CFD-9CFE-89F887363461}" type="slidenum">
              <a:t>&lt;#&gt;</a:t>
            </a:fld>
          </a:p>
        </p:txBody>
      </p:sp>
      <p:sp>
        <p:nvSpPr>
          <p:cNvPr id="8" name="PlaceHolder 7"/>
          <p:cNvSpPr>
            <a:spLocks noGrp="1"/>
          </p:cNvSpPr>
          <p:nvPr>
            <p:ph type="dt" idx="9"/>
          </p:nvPr>
        </p:nvSpPr>
        <p:spPr/>
        <p:txBody>
          <a:bodyPr/>
          <a:p>
            <a:r>
              <a:rPr lang="en-US"/>
              <a:t/>
            </a: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10" name="PlaceHolder 1"/>
          <p:cNvSpPr>
            <a:spLocks noGrp="1"/>
          </p:cNvSpPr>
          <p:nvPr>
            <p:ph type="title"/>
          </p:nvPr>
        </p:nvSpPr>
        <p:spPr>
          <a:xfrm>
            <a:off x="303840" y="181440"/>
            <a:ext cx="5468760" cy="75996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11" name="PlaceHolder 2"/>
          <p:cNvSpPr>
            <a:spLocks noGrp="1"/>
          </p:cNvSpPr>
          <p:nvPr>
            <p:ph/>
          </p:nvPr>
        </p:nvSpPr>
        <p:spPr>
          <a:xfrm>
            <a:off x="303840" y="1065240"/>
            <a:ext cx="2668680" cy="2640240"/>
          </a:xfrm>
          <a:prstGeom prst="rect">
            <a:avLst/>
          </a:prstGeom>
          <a:noFill/>
          <a:ln w="0">
            <a:noFill/>
          </a:ln>
        </p:spPr>
        <p:txBody>
          <a:bodyPr lIns="0" rIns="0" tIns="0" bIns="0" anchor="t">
            <a:normAutofit/>
          </a:bodyPr>
          <a:p>
            <a:endParaRPr b="0" lang="en-US" sz="3200" spc="-1" strike="noStrike">
              <a:latin typeface="Arial"/>
            </a:endParaRPr>
          </a:p>
        </p:txBody>
      </p:sp>
      <p:sp>
        <p:nvSpPr>
          <p:cNvPr id="112" name="PlaceHolder 3"/>
          <p:cNvSpPr>
            <a:spLocks noGrp="1"/>
          </p:cNvSpPr>
          <p:nvPr>
            <p:ph/>
          </p:nvPr>
        </p:nvSpPr>
        <p:spPr>
          <a:xfrm>
            <a:off x="3106440" y="1065240"/>
            <a:ext cx="2668680" cy="1259280"/>
          </a:xfrm>
          <a:prstGeom prst="rect">
            <a:avLst/>
          </a:prstGeom>
          <a:noFill/>
          <a:ln w="0">
            <a:noFill/>
          </a:ln>
        </p:spPr>
        <p:txBody>
          <a:bodyPr lIns="0" rIns="0" tIns="0" bIns="0" anchor="t">
            <a:normAutofit/>
          </a:bodyPr>
          <a:p>
            <a:endParaRPr b="0" lang="en-US" sz="3200" spc="-1" strike="noStrike">
              <a:latin typeface="Arial"/>
            </a:endParaRPr>
          </a:p>
        </p:txBody>
      </p:sp>
      <p:sp>
        <p:nvSpPr>
          <p:cNvPr id="113" name="PlaceHolder 4"/>
          <p:cNvSpPr>
            <a:spLocks noGrp="1"/>
          </p:cNvSpPr>
          <p:nvPr>
            <p:ph/>
          </p:nvPr>
        </p:nvSpPr>
        <p:spPr>
          <a:xfrm>
            <a:off x="3106440" y="2444400"/>
            <a:ext cx="2668680" cy="125928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7"/>
          </p:nvPr>
        </p:nvSpPr>
        <p:spPr/>
        <p:txBody>
          <a:bodyPr/>
          <a:p>
            <a:r>
              <a:t>Footer</a:t>
            </a:r>
          </a:p>
        </p:txBody>
      </p:sp>
      <p:sp>
        <p:nvSpPr>
          <p:cNvPr id="7" name="PlaceHolder 6"/>
          <p:cNvSpPr>
            <a:spLocks noGrp="1"/>
          </p:cNvSpPr>
          <p:nvPr>
            <p:ph type="sldNum" idx="8"/>
          </p:nvPr>
        </p:nvSpPr>
        <p:spPr/>
        <p:txBody>
          <a:bodyPr/>
          <a:p>
            <a:fld id="{3CCAB7EA-AC7D-44DB-B87E-8BEB65DFB5A4}" type="slidenum">
              <a:t>&lt;#&gt;</a:t>
            </a:fld>
          </a:p>
        </p:txBody>
      </p:sp>
      <p:sp>
        <p:nvSpPr>
          <p:cNvPr id="8" name="PlaceHolder 7"/>
          <p:cNvSpPr>
            <a:spLocks noGrp="1"/>
          </p:cNvSpPr>
          <p:nvPr>
            <p:ph type="dt" idx="9"/>
          </p:nvPr>
        </p:nvSpPr>
        <p:spPr/>
        <p:txBody>
          <a:bodyPr/>
          <a:p>
            <a:r>
              <a:rPr lang="en-US"/>
              <a:t/>
            </a: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14" name="PlaceHolder 1"/>
          <p:cNvSpPr>
            <a:spLocks noGrp="1"/>
          </p:cNvSpPr>
          <p:nvPr>
            <p:ph type="title"/>
          </p:nvPr>
        </p:nvSpPr>
        <p:spPr>
          <a:xfrm>
            <a:off x="303840" y="181440"/>
            <a:ext cx="5468760" cy="75996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15" name="PlaceHolder 2"/>
          <p:cNvSpPr>
            <a:spLocks noGrp="1"/>
          </p:cNvSpPr>
          <p:nvPr>
            <p:ph/>
          </p:nvPr>
        </p:nvSpPr>
        <p:spPr>
          <a:xfrm>
            <a:off x="303840" y="1065240"/>
            <a:ext cx="2668680" cy="1259280"/>
          </a:xfrm>
          <a:prstGeom prst="rect">
            <a:avLst/>
          </a:prstGeom>
          <a:noFill/>
          <a:ln w="0">
            <a:noFill/>
          </a:ln>
        </p:spPr>
        <p:txBody>
          <a:bodyPr lIns="0" rIns="0" tIns="0" bIns="0" anchor="t">
            <a:normAutofit/>
          </a:bodyPr>
          <a:p>
            <a:endParaRPr b="0" lang="en-US" sz="3200" spc="-1" strike="noStrike">
              <a:latin typeface="Arial"/>
            </a:endParaRPr>
          </a:p>
        </p:txBody>
      </p:sp>
      <p:sp>
        <p:nvSpPr>
          <p:cNvPr id="116" name="PlaceHolder 3"/>
          <p:cNvSpPr>
            <a:spLocks noGrp="1"/>
          </p:cNvSpPr>
          <p:nvPr>
            <p:ph/>
          </p:nvPr>
        </p:nvSpPr>
        <p:spPr>
          <a:xfrm>
            <a:off x="3106440" y="1065240"/>
            <a:ext cx="2668680" cy="1259280"/>
          </a:xfrm>
          <a:prstGeom prst="rect">
            <a:avLst/>
          </a:prstGeom>
          <a:noFill/>
          <a:ln w="0">
            <a:noFill/>
          </a:ln>
        </p:spPr>
        <p:txBody>
          <a:bodyPr lIns="0" rIns="0" tIns="0" bIns="0" anchor="t">
            <a:normAutofit/>
          </a:bodyPr>
          <a:p>
            <a:endParaRPr b="0" lang="en-US" sz="3200" spc="-1" strike="noStrike">
              <a:latin typeface="Arial"/>
            </a:endParaRPr>
          </a:p>
        </p:txBody>
      </p:sp>
      <p:sp>
        <p:nvSpPr>
          <p:cNvPr id="117" name="PlaceHolder 4"/>
          <p:cNvSpPr>
            <a:spLocks noGrp="1"/>
          </p:cNvSpPr>
          <p:nvPr>
            <p:ph/>
          </p:nvPr>
        </p:nvSpPr>
        <p:spPr>
          <a:xfrm>
            <a:off x="303840" y="2444400"/>
            <a:ext cx="5468760" cy="125928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7"/>
          </p:nvPr>
        </p:nvSpPr>
        <p:spPr/>
        <p:txBody>
          <a:bodyPr/>
          <a:p>
            <a:r>
              <a:t>Footer</a:t>
            </a:r>
          </a:p>
        </p:txBody>
      </p:sp>
      <p:sp>
        <p:nvSpPr>
          <p:cNvPr id="7" name="PlaceHolder 6"/>
          <p:cNvSpPr>
            <a:spLocks noGrp="1"/>
          </p:cNvSpPr>
          <p:nvPr>
            <p:ph type="sldNum" idx="8"/>
          </p:nvPr>
        </p:nvSpPr>
        <p:spPr/>
        <p:txBody>
          <a:bodyPr/>
          <a:p>
            <a:fld id="{5B92FF83-DDCB-4974-AD9D-52DADEB4543E}" type="slidenum">
              <a:t>&lt;#&gt;</a:t>
            </a:fld>
          </a:p>
        </p:txBody>
      </p:sp>
      <p:sp>
        <p:nvSpPr>
          <p:cNvPr id="8" name="PlaceHolder 7"/>
          <p:cNvSpPr>
            <a:spLocks noGrp="1"/>
          </p:cNvSpPr>
          <p:nvPr>
            <p:ph type="dt" idx="9"/>
          </p:nvPr>
        </p:nvSpPr>
        <p:spPr/>
        <p:txBody>
          <a:bodyPr/>
          <a:p>
            <a:r>
              <a:rPr lang="en-US"/>
              <a:t/>
            </a: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18" name="PlaceHolder 1"/>
          <p:cNvSpPr>
            <a:spLocks noGrp="1"/>
          </p:cNvSpPr>
          <p:nvPr>
            <p:ph type="title"/>
          </p:nvPr>
        </p:nvSpPr>
        <p:spPr>
          <a:xfrm>
            <a:off x="303840" y="181440"/>
            <a:ext cx="5468760" cy="75996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19" name="PlaceHolder 2"/>
          <p:cNvSpPr>
            <a:spLocks noGrp="1"/>
          </p:cNvSpPr>
          <p:nvPr>
            <p:ph/>
          </p:nvPr>
        </p:nvSpPr>
        <p:spPr>
          <a:xfrm>
            <a:off x="303840" y="1065240"/>
            <a:ext cx="5468760" cy="1259280"/>
          </a:xfrm>
          <a:prstGeom prst="rect">
            <a:avLst/>
          </a:prstGeom>
          <a:noFill/>
          <a:ln w="0">
            <a:noFill/>
          </a:ln>
        </p:spPr>
        <p:txBody>
          <a:bodyPr lIns="0" rIns="0" tIns="0" bIns="0" anchor="t">
            <a:normAutofit/>
          </a:bodyPr>
          <a:p>
            <a:endParaRPr b="0" lang="en-US" sz="3200" spc="-1" strike="noStrike">
              <a:latin typeface="Arial"/>
            </a:endParaRPr>
          </a:p>
        </p:txBody>
      </p:sp>
      <p:sp>
        <p:nvSpPr>
          <p:cNvPr id="120" name="PlaceHolder 3"/>
          <p:cNvSpPr>
            <a:spLocks noGrp="1"/>
          </p:cNvSpPr>
          <p:nvPr>
            <p:ph/>
          </p:nvPr>
        </p:nvSpPr>
        <p:spPr>
          <a:xfrm>
            <a:off x="303840" y="2444400"/>
            <a:ext cx="5468760" cy="125928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ftr" idx="7"/>
          </p:nvPr>
        </p:nvSpPr>
        <p:spPr/>
        <p:txBody>
          <a:bodyPr/>
          <a:p>
            <a:r>
              <a:t>Footer</a:t>
            </a:r>
          </a:p>
        </p:txBody>
      </p:sp>
      <p:sp>
        <p:nvSpPr>
          <p:cNvPr id="6" name="PlaceHolder 5"/>
          <p:cNvSpPr>
            <a:spLocks noGrp="1"/>
          </p:cNvSpPr>
          <p:nvPr>
            <p:ph type="sldNum" idx="8"/>
          </p:nvPr>
        </p:nvSpPr>
        <p:spPr/>
        <p:txBody>
          <a:bodyPr/>
          <a:p>
            <a:fld id="{F8F053B8-9ED0-406C-B6FD-3E70AED3A5A9}" type="slidenum">
              <a:t>&lt;#&gt;</a:t>
            </a:fld>
          </a:p>
        </p:txBody>
      </p:sp>
      <p:sp>
        <p:nvSpPr>
          <p:cNvPr id="7" name="PlaceHolder 6"/>
          <p:cNvSpPr>
            <a:spLocks noGrp="1"/>
          </p:cNvSpPr>
          <p:nvPr>
            <p:ph type="dt" idx="9"/>
          </p:nvPr>
        </p:nvSpPr>
        <p:spPr/>
        <p:txBody>
          <a:bodyPr/>
          <a:p>
            <a:r>
              <a:rPr lang="en-US"/>
              <a:t/>
            </a: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21" name="PlaceHolder 1"/>
          <p:cNvSpPr>
            <a:spLocks noGrp="1"/>
          </p:cNvSpPr>
          <p:nvPr>
            <p:ph type="title"/>
          </p:nvPr>
        </p:nvSpPr>
        <p:spPr>
          <a:xfrm>
            <a:off x="303840" y="181440"/>
            <a:ext cx="5468760" cy="75996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22" name="PlaceHolder 2"/>
          <p:cNvSpPr>
            <a:spLocks noGrp="1"/>
          </p:cNvSpPr>
          <p:nvPr>
            <p:ph/>
          </p:nvPr>
        </p:nvSpPr>
        <p:spPr>
          <a:xfrm>
            <a:off x="303840" y="1065240"/>
            <a:ext cx="2668680" cy="1259280"/>
          </a:xfrm>
          <a:prstGeom prst="rect">
            <a:avLst/>
          </a:prstGeom>
          <a:noFill/>
          <a:ln w="0">
            <a:noFill/>
          </a:ln>
        </p:spPr>
        <p:txBody>
          <a:bodyPr lIns="0" rIns="0" tIns="0" bIns="0" anchor="t">
            <a:normAutofit/>
          </a:bodyPr>
          <a:p>
            <a:endParaRPr b="0" lang="en-US" sz="3200" spc="-1" strike="noStrike">
              <a:latin typeface="Arial"/>
            </a:endParaRPr>
          </a:p>
        </p:txBody>
      </p:sp>
      <p:sp>
        <p:nvSpPr>
          <p:cNvPr id="123" name="PlaceHolder 3"/>
          <p:cNvSpPr>
            <a:spLocks noGrp="1"/>
          </p:cNvSpPr>
          <p:nvPr>
            <p:ph/>
          </p:nvPr>
        </p:nvSpPr>
        <p:spPr>
          <a:xfrm>
            <a:off x="3106440" y="1065240"/>
            <a:ext cx="2668680" cy="1259280"/>
          </a:xfrm>
          <a:prstGeom prst="rect">
            <a:avLst/>
          </a:prstGeom>
          <a:noFill/>
          <a:ln w="0">
            <a:noFill/>
          </a:ln>
        </p:spPr>
        <p:txBody>
          <a:bodyPr lIns="0" rIns="0" tIns="0" bIns="0" anchor="t">
            <a:normAutofit/>
          </a:bodyPr>
          <a:p>
            <a:endParaRPr b="0" lang="en-US" sz="3200" spc="-1" strike="noStrike">
              <a:latin typeface="Arial"/>
            </a:endParaRPr>
          </a:p>
        </p:txBody>
      </p:sp>
      <p:sp>
        <p:nvSpPr>
          <p:cNvPr id="124" name="PlaceHolder 4"/>
          <p:cNvSpPr>
            <a:spLocks noGrp="1"/>
          </p:cNvSpPr>
          <p:nvPr>
            <p:ph/>
          </p:nvPr>
        </p:nvSpPr>
        <p:spPr>
          <a:xfrm>
            <a:off x="303840" y="2444400"/>
            <a:ext cx="2668680" cy="1259280"/>
          </a:xfrm>
          <a:prstGeom prst="rect">
            <a:avLst/>
          </a:prstGeom>
          <a:noFill/>
          <a:ln w="0">
            <a:noFill/>
          </a:ln>
        </p:spPr>
        <p:txBody>
          <a:bodyPr lIns="0" rIns="0" tIns="0" bIns="0" anchor="t">
            <a:normAutofit/>
          </a:bodyPr>
          <a:p>
            <a:endParaRPr b="0" lang="en-US" sz="3200" spc="-1" strike="noStrike">
              <a:latin typeface="Arial"/>
            </a:endParaRPr>
          </a:p>
        </p:txBody>
      </p:sp>
      <p:sp>
        <p:nvSpPr>
          <p:cNvPr id="125" name="PlaceHolder 5"/>
          <p:cNvSpPr>
            <a:spLocks noGrp="1"/>
          </p:cNvSpPr>
          <p:nvPr>
            <p:ph/>
          </p:nvPr>
        </p:nvSpPr>
        <p:spPr>
          <a:xfrm>
            <a:off x="3106440" y="2444400"/>
            <a:ext cx="2668680" cy="1259280"/>
          </a:xfrm>
          <a:prstGeom prst="rect">
            <a:avLst/>
          </a:prstGeom>
          <a:noFill/>
          <a:ln w="0">
            <a:noFill/>
          </a:ln>
        </p:spPr>
        <p:txBody>
          <a:bodyPr lIns="0" rIns="0" tIns="0" bIns="0" anchor="t">
            <a:normAutofit/>
          </a:bodyPr>
          <a:p>
            <a:endParaRPr b="0" lang="en-US" sz="3200" spc="-1" strike="noStrike">
              <a:latin typeface="Arial"/>
            </a:endParaRPr>
          </a:p>
        </p:txBody>
      </p:sp>
      <p:sp>
        <p:nvSpPr>
          <p:cNvPr id="7" name="PlaceHolder 6"/>
          <p:cNvSpPr>
            <a:spLocks noGrp="1"/>
          </p:cNvSpPr>
          <p:nvPr>
            <p:ph type="ftr" idx="7"/>
          </p:nvPr>
        </p:nvSpPr>
        <p:spPr/>
        <p:txBody>
          <a:bodyPr/>
          <a:p>
            <a:r>
              <a:t>Footer</a:t>
            </a:r>
          </a:p>
        </p:txBody>
      </p:sp>
      <p:sp>
        <p:nvSpPr>
          <p:cNvPr id="8" name="PlaceHolder 7"/>
          <p:cNvSpPr>
            <a:spLocks noGrp="1"/>
          </p:cNvSpPr>
          <p:nvPr>
            <p:ph type="sldNum" idx="8"/>
          </p:nvPr>
        </p:nvSpPr>
        <p:spPr/>
        <p:txBody>
          <a:bodyPr/>
          <a:p>
            <a:fld id="{D8A80D54-4885-40D5-803F-5A14EF4FA9F0}" type="slidenum">
              <a:t>&lt;#&gt;</a:t>
            </a:fld>
          </a:p>
        </p:txBody>
      </p:sp>
      <p:sp>
        <p:nvSpPr>
          <p:cNvPr id="9" name="PlaceHolder 8"/>
          <p:cNvSpPr>
            <a:spLocks noGrp="1"/>
          </p:cNvSpPr>
          <p:nvPr>
            <p:ph type="dt" idx="9"/>
          </p:nvPr>
        </p:nvSpPr>
        <p:spPr/>
        <p:txBody>
          <a:bodyPr/>
          <a:p>
            <a:r>
              <a:rPr lang="en-US"/>
              <a:t/>
            </a: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26" name="PlaceHolder 1"/>
          <p:cNvSpPr>
            <a:spLocks noGrp="1"/>
          </p:cNvSpPr>
          <p:nvPr>
            <p:ph type="title"/>
          </p:nvPr>
        </p:nvSpPr>
        <p:spPr>
          <a:xfrm>
            <a:off x="303840" y="181440"/>
            <a:ext cx="5468760" cy="75996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27" name="PlaceHolder 2"/>
          <p:cNvSpPr>
            <a:spLocks noGrp="1"/>
          </p:cNvSpPr>
          <p:nvPr>
            <p:ph/>
          </p:nvPr>
        </p:nvSpPr>
        <p:spPr>
          <a:xfrm>
            <a:off x="303840" y="1065240"/>
            <a:ext cx="1760760" cy="1259280"/>
          </a:xfrm>
          <a:prstGeom prst="rect">
            <a:avLst/>
          </a:prstGeom>
          <a:noFill/>
          <a:ln w="0">
            <a:noFill/>
          </a:ln>
        </p:spPr>
        <p:txBody>
          <a:bodyPr lIns="0" rIns="0" tIns="0" bIns="0" anchor="t">
            <a:normAutofit fontScale="92000"/>
          </a:bodyPr>
          <a:p>
            <a:endParaRPr b="0" lang="en-US" sz="3200" spc="-1" strike="noStrike">
              <a:latin typeface="Arial"/>
            </a:endParaRPr>
          </a:p>
        </p:txBody>
      </p:sp>
      <p:sp>
        <p:nvSpPr>
          <p:cNvPr id="128" name="PlaceHolder 3"/>
          <p:cNvSpPr>
            <a:spLocks noGrp="1"/>
          </p:cNvSpPr>
          <p:nvPr>
            <p:ph/>
          </p:nvPr>
        </p:nvSpPr>
        <p:spPr>
          <a:xfrm>
            <a:off x="2153160" y="1065240"/>
            <a:ext cx="1760760" cy="1259280"/>
          </a:xfrm>
          <a:prstGeom prst="rect">
            <a:avLst/>
          </a:prstGeom>
          <a:noFill/>
          <a:ln w="0">
            <a:noFill/>
          </a:ln>
        </p:spPr>
        <p:txBody>
          <a:bodyPr lIns="0" rIns="0" tIns="0" bIns="0" anchor="t">
            <a:normAutofit fontScale="92000"/>
          </a:bodyPr>
          <a:p>
            <a:endParaRPr b="0" lang="en-US" sz="3200" spc="-1" strike="noStrike">
              <a:latin typeface="Arial"/>
            </a:endParaRPr>
          </a:p>
        </p:txBody>
      </p:sp>
      <p:sp>
        <p:nvSpPr>
          <p:cNvPr id="129" name="PlaceHolder 4"/>
          <p:cNvSpPr>
            <a:spLocks noGrp="1"/>
          </p:cNvSpPr>
          <p:nvPr>
            <p:ph/>
          </p:nvPr>
        </p:nvSpPr>
        <p:spPr>
          <a:xfrm>
            <a:off x="4002120" y="1065240"/>
            <a:ext cx="1760760" cy="1259280"/>
          </a:xfrm>
          <a:prstGeom prst="rect">
            <a:avLst/>
          </a:prstGeom>
          <a:noFill/>
          <a:ln w="0">
            <a:noFill/>
          </a:ln>
        </p:spPr>
        <p:txBody>
          <a:bodyPr lIns="0" rIns="0" tIns="0" bIns="0" anchor="t">
            <a:normAutofit fontScale="92000"/>
          </a:bodyPr>
          <a:p>
            <a:endParaRPr b="0" lang="en-US" sz="3200" spc="-1" strike="noStrike">
              <a:latin typeface="Arial"/>
            </a:endParaRPr>
          </a:p>
        </p:txBody>
      </p:sp>
      <p:sp>
        <p:nvSpPr>
          <p:cNvPr id="130" name="PlaceHolder 5"/>
          <p:cNvSpPr>
            <a:spLocks noGrp="1"/>
          </p:cNvSpPr>
          <p:nvPr>
            <p:ph/>
          </p:nvPr>
        </p:nvSpPr>
        <p:spPr>
          <a:xfrm>
            <a:off x="303840" y="2444400"/>
            <a:ext cx="1760760" cy="1259280"/>
          </a:xfrm>
          <a:prstGeom prst="rect">
            <a:avLst/>
          </a:prstGeom>
          <a:noFill/>
          <a:ln w="0">
            <a:noFill/>
          </a:ln>
        </p:spPr>
        <p:txBody>
          <a:bodyPr lIns="0" rIns="0" tIns="0" bIns="0" anchor="t">
            <a:normAutofit fontScale="92000"/>
          </a:bodyPr>
          <a:p>
            <a:endParaRPr b="0" lang="en-US" sz="3200" spc="-1" strike="noStrike">
              <a:latin typeface="Arial"/>
            </a:endParaRPr>
          </a:p>
        </p:txBody>
      </p:sp>
      <p:sp>
        <p:nvSpPr>
          <p:cNvPr id="131" name="PlaceHolder 6"/>
          <p:cNvSpPr>
            <a:spLocks noGrp="1"/>
          </p:cNvSpPr>
          <p:nvPr>
            <p:ph/>
          </p:nvPr>
        </p:nvSpPr>
        <p:spPr>
          <a:xfrm>
            <a:off x="2153160" y="2444400"/>
            <a:ext cx="1760760" cy="1259280"/>
          </a:xfrm>
          <a:prstGeom prst="rect">
            <a:avLst/>
          </a:prstGeom>
          <a:noFill/>
          <a:ln w="0">
            <a:noFill/>
          </a:ln>
        </p:spPr>
        <p:txBody>
          <a:bodyPr lIns="0" rIns="0" tIns="0" bIns="0" anchor="t">
            <a:normAutofit fontScale="92000"/>
          </a:bodyPr>
          <a:p>
            <a:endParaRPr b="0" lang="en-US" sz="3200" spc="-1" strike="noStrike">
              <a:latin typeface="Arial"/>
            </a:endParaRPr>
          </a:p>
        </p:txBody>
      </p:sp>
      <p:sp>
        <p:nvSpPr>
          <p:cNvPr id="132" name="PlaceHolder 7"/>
          <p:cNvSpPr>
            <a:spLocks noGrp="1"/>
          </p:cNvSpPr>
          <p:nvPr>
            <p:ph/>
          </p:nvPr>
        </p:nvSpPr>
        <p:spPr>
          <a:xfrm>
            <a:off x="4002120" y="2444400"/>
            <a:ext cx="1760760" cy="1259280"/>
          </a:xfrm>
          <a:prstGeom prst="rect">
            <a:avLst/>
          </a:prstGeom>
          <a:noFill/>
          <a:ln w="0">
            <a:noFill/>
          </a:ln>
        </p:spPr>
        <p:txBody>
          <a:bodyPr lIns="0" rIns="0" tIns="0" bIns="0" anchor="t">
            <a:normAutofit fontScale="92000"/>
          </a:bodyPr>
          <a:p>
            <a:endParaRPr b="0" lang="en-US" sz="3200" spc="-1" strike="noStrike">
              <a:latin typeface="Arial"/>
            </a:endParaRPr>
          </a:p>
        </p:txBody>
      </p:sp>
      <p:sp>
        <p:nvSpPr>
          <p:cNvPr id="9" name="PlaceHolder 8"/>
          <p:cNvSpPr>
            <a:spLocks noGrp="1"/>
          </p:cNvSpPr>
          <p:nvPr>
            <p:ph type="ftr" idx="7"/>
          </p:nvPr>
        </p:nvSpPr>
        <p:spPr/>
        <p:txBody>
          <a:bodyPr/>
          <a:p>
            <a:r>
              <a:t>Footer</a:t>
            </a:r>
          </a:p>
        </p:txBody>
      </p:sp>
      <p:sp>
        <p:nvSpPr>
          <p:cNvPr id="10" name="PlaceHolder 9"/>
          <p:cNvSpPr>
            <a:spLocks noGrp="1"/>
          </p:cNvSpPr>
          <p:nvPr>
            <p:ph type="sldNum" idx="8"/>
          </p:nvPr>
        </p:nvSpPr>
        <p:spPr/>
        <p:txBody>
          <a:bodyPr/>
          <a:p>
            <a:fld id="{2CE65C39-0C52-48D8-8D6D-E8EC97882E27}" type="slidenum">
              <a:t>&lt;#&gt;</a:t>
            </a:fld>
          </a:p>
        </p:txBody>
      </p:sp>
      <p:sp>
        <p:nvSpPr>
          <p:cNvPr id="11" name="PlaceHolder 10"/>
          <p:cNvSpPr>
            <a:spLocks noGrp="1"/>
          </p:cNvSpPr>
          <p:nvPr>
            <p:ph type="dt" idx="9"/>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bfbfbf"/>
            </a:gs>
            <a:gs pos="100000">
              <a:srgbClr val="000000"/>
            </a:gs>
          </a:gsLst>
          <a:path path="circle">
            <a:fillToRect l="50000" t="0" r="50000" b="100000"/>
          </a:path>
        </a:gradFill>
      </p:bgPr>
    </p:bg>
    <p:spTree>
      <p:nvGrpSpPr>
        <p:cNvPr id="1" name=""/>
        <p:cNvGrpSpPr/>
        <p:nvPr/>
      </p:nvGrpSpPr>
      <p:grpSpPr>
        <a:xfrm>
          <a:off x="0" y="0"/>
          <a:ext cx="0" cy="0"/>
          <a:chOff x="0" y="0"/>
          <a:chExt cx="0" cy="0"/>
        </a:xfrm>
      </p:grpSpPr>
      <p:sp>
        <p:nvSpPr>
          <p:cNvPr id="0" name="Rectangle 9" hidden="1"/>
          <p:cNvSpPr/>
          <p:nvPr/>
        </p:nvSpPr>
        <p:spPr>
          <a:xfrm>
            <a:off x="360" y="952920"/>
            <a:ext cx="6074640" cy="28080"/>
          </a:xfrm>
          <a:prstGeom prst="rect">
            <a:avLst/>
          </a:prstGeom>
          <a:solidFill>
            <a:srgbClr val="ffffff"/>
          </a:solidFill>
          <a:ln>
            <a:noFill/>
          </a:ln>
          <a:effectLst>
            <a:outerShdw algn="tl" blurRad="31680" dir="5400000" dist="10080" rotWithShape="0">
              <a:srgbClr val="000000">
                <a:alpha val="60000"/>
              </a:srgbClr>
            </a:outerShdw>
          </a:effectLst>
        </p:spPr>
        <p:style>
          <a:lnRef idx="2">
            <a:schemeClr val="accent1"/>
          </a:lnRef>
          <a:fillRef idx="1">
            <a:schemeClr val="accent1"/>
          </a:fillRef>
          <a:effectRef idx="0">
            <a:schemeClr val="accent1"/>
          </a:effectRef>
          <a:fontRef idx="minor"/>
        </p:style>
      </p:sp>
      <p:sp>
        <p:nvSpPr>
          <p:cNvPr id="1" name="Rectangle 6" hidden="1"/>
          <p:cNvSpPr/>
          <p:nvPr/>
        </p:nvSpPr>
        <p:spPr>
          <a:xfrm>
            <a:off x="0" y="360"/>
            <a:ext cx="6074640" cy="949680"/>
          </a:xfrm>
          <a:prstGeom prst="rect">
            <a:avLst/>
          </a:prstGeom>
          <a:solidFill>
            <a:srgbClr val="000000"/>
          </a:solidFill>
          <a:ln>
            <a:noFill/>
          </a:ln>
        </p:spPr>
        <p:style>
          <a:lnRef idx="2">
            <a:schemeClr val="accent1"/>
          </a:lnRef>
          <a:fillRef idx="1">
            <a:schemeClr val="accent1"/>
          </a:fillRef>
          <a:effectRef idx="0">
            <a:schemeClr val="accent1"/>
          </a:effectRef>
          <a:fontRef idx="minor"/>
        </p:style>
      </p:sp>
      <p:sp>
        <p:nvSpPr>
          <p:cNvPr id="2" name="Rectangle 8"/>
          <p:cNvSpPr/>
          <p:nvPr/>
        </p:nvSpPr>
        <p:spPr>
          <a:xfrm>
            <a:off x="0" y="0"/>
            <a:ext cx="6074640" cy="3407040"/>
          </a:xfrm>
          <a:prstGeom prst="rect">
            <a:avLst/>
          </a:prstGeom>
          <a:solidFill>
            <a:srgbClr val="000000"/>
          </a:solidFill>
          <a:ln>
            <a:noFill/>
          </a:ln>
        </p:spPr>
        <p:style>
          <a:lnRef idx="2">
            <a:schemeClr val="accent1"/>
          </a:lnRef>
          <a:fillRef idx="1">
            <a:schemeClr val="accent1"/>
          </a:fillRef>
          <a:effectRef idx="0">
            <a:schemeClr val="accent1"/>
          </a:effectRef>
          <a:fontRef idx="minor"/>
        </p:style>
      </p:sp>
      <p:sp>
        <p:nvSpPr>
          <p:cNvPr id="3" name="Rectangle 9"/>
          <p:cNvSpPr/>
          <p:nvPr/>
        </p:nvSpPr>
        <p:spPr>
          <a:xfrm>
            <a:off x="360" y="3404160"/>
            <a:ext cx="6074640" cy="28080"/>
          </a:xfrm>
          <a:prstGeom prst="rect">
            <a:avLst/>
          </a:prstGeom>
          <a:solidFill>
            <a:srgbClr val="ffffff"/>
          </a:solidFill>
          <a:ln>
            <a:noFill/>
          </a:ln>
          <a:effectLst>
            <a:outerShdw algn="tl" blurRad="31680" dir="5400000" dist="10080" rotWithShape="0">
              <a:srgbClr val="000000">
                <a:alpha val="60000"/>
              </a:srgbClr>
            </a:outerShdw>
          </a:effectLst>
        </p:spPr>
        <p:style>
          <a:lnRef idx="2">
            <a:schemeClr val="accent1"/>
          </a:lnRef>
          <a:fillRef idx="1">
            <a:schemeClr val="accent1"/>
          </a:fillRef>
          <a:effectRef idx="0">
            <a:schemeClr val="accent1"/>
          </a:effectRef>
          <a:fontRef idx="minor"/>
        </p:style>
      </p:sp>
      <p:sp>
        <p:nvSpPr>
          <p:cNvPr id="4" name="PlaceHolder 1"/>
          <p:cNvSpPr>
            <a:spLocks noGrp="1"/>
          </p:cNvSpPr>
          <p:nvPr>
            <p:ph type="ftr" idx="1"/>
          </p:nvPr>
        </p:nvSpPr>
        <p:spPr>
          <a:xfrm>
            <a:off x="1754640" y="4299480"/>
            <a:ext cx="3658320" cy="180000"/>
          </a:xfrm>
          <a:prstGeom prst="rect">
            <a:avLst/>
          </a:prstGeom>
          <a:noFill/>
          <a:ln w="0">
            <a:noFill/>
          </a:ln>
        </p:spPr>
        <p:txBody>
          <a:bodyPr lIns="30240" rIns="30240" tIns="30240" bIns="0" anchor="b">
            <a:noAutofit/>
          </a:bodyPr>
          <a:lstStyle>
            <a:lvl1pPr algn="ctr">
              <a:lnSpc>
                <a:spcPct val="100000"/>
              </a:lnSpc>
              <a:buNone/>
              <a:defRPr b="0" lang="en-US" sz="1400" spc="-1" strike="noStrike">
                <a:latin typeface="Times New Roman"/>
              </a:defRPr>
            </a:lvl1pPr>
          </a:lstStyle>
          <a:p>
            <a:pPr algn="ctr">
              <a:lnSpc>
                <a:spcPct val="100000"/>
              </a:lnSpc>
              <a:buNone/>
            </a:pPr>
            <a:r>
              <a:rPr b="0" lang="en-US" sz="1400" spc="-1" strike="noStrike">
                <a:latin typeface="Times New Roman"/>
              </a:rPr>
              <a:t>&lt;footer&gt;</a:t>
            </a:r>
            <a:endParaRPr b="0" lang="en-US" sz="1400" spc="-1" strike="noStrike">
              <a:latin typeface="Times New Roman"/>
            </a:endParaRPr>
          </a:p>
        </p:txBody>
      </p:sp>
      <p:sp>
        <p:nvSpPr>
          <p:cNvPr id="5" name="PlaceHolder 2"/>
          <p:cNvSpPr>
            <a:spLocks noGrp="1"/>
          </p:cNvSpPr>
          <p:nvPr>
            <p:ph type="sldNum" idx="2"/>
          </p:nvPr>
        </p:nvSpPr>
        <p:spPr>
          <a:xfrm>
            <a:off x="5452200" y="4299480"/>
            <a:ext cx="485640" cy="180000"/>
          </a:xfrm>
          <a:prstGeom prst="rect">
            <a:avLst/>
          </a:prstGeom>
          <a:noFill/>
          <a:ln w="0">
            <a:noFill/>
          </a:ln>
        </p:spPr>
        <p:txBody>
          <a:bodyPr lIns="60840" rIns="60840" tIns="30240" bIns="0" anchor="b">
            <a:noAutofit/>
          </a:bodyPr>
          <a:lstStyle>
            <a:lvl1pPr algn="r">
              <a:lnSpc>
                <a:spcPct val="100000"/>
              </a:lnSpc>
              <a:buNone/>
              <a:defRPr b="0" lang="en-US" sz="800" spc="-1" strike="noStrike">
                <a:solidFill>
                  <a:srgbClr val="ffffff"/>
                </a:solidFill>
                <a:latin typeface="Corbel"/>
              </a:defRPr>
            </a:lvl1pPr>
          </a:lstStyle>
          <a:p>
            <a:pPr algn="r">
              <a:lnSpc>
                <a:spcPct val="100000"/>
              </a:lnSpc>
              <a:buNone/>
            </a:pPr>
            <a:fld id="{302E0D8D-81B2-44CF-BDB1-34ADB4BBAFC4}" type="slidenum">
              <a:rPr b="0" lang="en-US" sz="800" spc="-1" strike="noStrike">
                <a:solidFill>
                  <a:srgbClr val="ffffff"/>
                </a:solidFill>
                <a:latin typeface="Corbel"/>
              </a:rPr>
              <a:t>&lt;number&gt;</a:t>
            </a:fld>
            <a:endParaRPr b="0" lang="en-US" sz="800" spc="-1" strike="noStrike">
              <a:latin typeface="Times New Roman"/>
            </a:endParaRPr>
          </a:p>
        </p:txBody>
      </p:sp>
      <p:sp>
        <p:nvSpPr>
          <p:cNvPr id="6" name="PlaceHolder 3"/>
          <p:cNvSpPr>
            <a:spLocks noGrp="1"/>
          </p:cNvSpPr>
          <p:nvPr>
            <p:ph type="dt" idx="3"/>
          </p:nvPr>
        </p:nvSpPr>
        <p:spPr>
          <a:xfrm>
            <a:off x="303480" y="4299480"/>
            <a:ext cx="1415880" cy="180000"/>
          </a:xfrm>
          <a:prstGeom prst="rect">
            <a:avLst/>
          </a:prstGeom>
          <a:noFill/>
          <a:ln w="0">
            <a:noFill/>
          </a:ln>
        </p:spPr>
        <p:txBody>
          <a:bodyPr lIns="72720" rIns="30240" tIns="30240" bIns="0" anchor="b">
            <a:noAutofit/>
          </a:bodyPr>
          <a:lstStyle>
            <a:lvl1pPr>
              <a:defRPr b="0" lang="en-US" sz="1400" spc="-1" strike="noStrike">
                <a:latin typeface="Times New Roman"/>
              </a:defRPr>
            </a:lvl1pPr>
          </a:lstStyle>
          <a:p>
            <a:r>
              <a:rPr b="0" lang="en-US" sz="1400" spc="-1" strike="noStrike">
                <a:latin typeface="Times New Roman"/>
              </a:rPr>
              <a:t>&lt;date/time&gt;</a:t>
            </a:r>
            <a:endParaRPr b="0" lang="en-US" sz="1400" spc="-1" strike="noStrike">
              <a:latin typeface="Times New Roman"/>
            </a:endParaRPr>
          </a:p>
        </p:txBody>
      </p:sp>
      <p:sp>
        <p:nvSpPr>
          <p:cNvPr id="7" name="PlaceHolder 4"/>
          <p:cNvSpPr>
            <a:spLocks noGrp="1"/>
          </p:cNvSpPr>
          <p:nvPr>
            <p:ph type="title"/>
          </p:nvPr>
        </p:nvSpPr>
        <p:spPr>
          <a:xfrm>
            <a:off x="303840" y="181440"/>
            <a:ext cx="5468760" cy="759960"/>
          </a:xfrm>
          <a:prstGeom prst="rect">
            <a:avLst/>
          </a:prstGeom>
          <a:noFill/>
          <a:ln w="0">
            <a:noFill/>
          </a:ln>
        </p:spPr>
        <p:txBody>
          <a:bodyPr lIns="0" rIns="0" tIns="0" bIns="0" anchor="ctr">
            <a:noAutofit/>
          </a:bodyPr>
          <a:p>
            <a:pPr algn="ctr">
              <a:buNone/>
            </a:pPr>
            <a:r>
              <a:rPr b="0" lang="en-US" sz="4400" spc="-1" strike="noStrike">
                <a:latin typeface="Arial"/>
              </a:rPr>
              <a:t>Click to edit the title text format</a:t>
            </a:r>
            <a:endParaRPr b="0" lang="en-US" sz="4400" spc="-1" strike="noStrike">
              <a:latin typeface="Arial"/>
            </a:endParaRPr>
          </a:p>
        </p:txBody>
      </p:sp>
      <p:sp>
        <p:nvSpPr>
          <p:cNvPr id="8" name="PlaceHolder 5"/>
          <p:cNvSpPr>
            <a:spLocks noGrp="1"/>
          </p:cNvSpPr>
          <p:nvPr>
            <p:ph type="body"/>
          </p:nvPr>
        </p:nvSpPr>
        <p:spPr>
          <a:xfrm>
            <a:off x="303840" y="1065240"/>
            <a:ext cx="5468760" cy="2640240"/>
          </a:xfrm>
          <a:prstGeom prst="rect">
            <a:avLst/>
          </a:prstGeom>
          <a:noFill/>
          <a:ln w="0">
            <a:noFill/>
          </a:ln>
        </p:spPr>
        <p:txBody>
          <a:bodyPr lIns="0" rIns="0" tIns="0" bIns="0" anchor="t">
            <a:normAutofit fontScale="83000"/>
          </a:bodyPr>
          <a:p>
            <a:pPr marL="432000" indent="-324000">
              <a:spcBef>
                <a:spcPts val="1417"/>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bfbfbf"/>
            </a:gs>
            <a:gs pos="100000">
              <a:srgbClr val="000000"/>
            </a:gs>
          </a:gsLst>
          <a:path path="circle">
            <a:fillToRect l="50000" t="0" r="50000" b="100000"/>
          </a:path>
        </a:gradFill>
      </p:bgPr>
    </p:bg>
    <p:spTree>
      <p:nvGrpSpPr>
        <p:cNvPr id="1" name=""/>
        <p:cNvGrpSpPr/>
        <p:nvPr/>
      </p:nvGrpSpPr>
      <p:grpSpPr>
        <a:xfrm>
          <a:off x="0" y="0"/>
          <a:ext cx="0" cy="0"/>
          <a:chOff x="0" y="0"/>
          <a:chExt cx="0" cy="0"/>
        </a:xfrm>
      </p:grpSpPr>
      <p:sp>
        <p:nvSpPr>
          <p:cNvPr id="45" name="Rectangle 9" hidden="1"/>
          <p:cNvSpPr/>
          <p:nvPr/>
        </p:nvSpPr>
        <p:spPr>
          <a:xfrm>
            <a:off x="360" y="952920"/>
            <a:ext cx="6074640" cy="28080"/>
          </a:xfrm>
          <a:prstGeom prst="rect">
            <a:avLst/>
          </a:prstGeom>
          <a:solidFill>
            <a:srgbClr val="ffffff"/>
          </a:solidFill>
          <a:ln>
            <a:noFill/>
          </a:ln>
          <a:effectLst>
            <a:outerShdw algn="tl" blurRad="31680" dir="5400000" dist="10080" rotWithShape="0">
              <a:srgbClr val="000000">
                <a:alpha val="60000"/>
              </a:srgbClr>
            </a:outerShdw>
          </a:effectLst>
        </p:spPr>
        <p:style>
          <a:lnRef idx="2">
            <a:schemeClr val="accent1"/>
          </a:lnRef>
          <a:fillRef idx="1">
            <a:schemeClr val="accent1"/>
          </a:fillRef>
          <a:effectRef idx="0">
            <a:schemeClr val="accent1"/>
          </a:effectRef>
          <a:fontRef idx="minor"/>
        </p:style>
      </p:sp>
      <p:sp>
        <p:nvSpPr>
          <p:cNvPr id="46" name="Rectangle 6" hidden="1"/>
          <p:cNvSpPr/>
          <p:nvPr/>
        </p:nvSpPr>
        <p:spPr>
          <a:xfrm>
            <a:off x="0" y="360"/>
            <a:ext cx="6074640" cy="949680"/>
          </a:xfrm>
          <a:prstGeom prst="rect">
            <a:avLst/>
          </a:prstGeom>
          <a:solidFill>
            <a:srgbClr val="000000"/>
          </a:solidFill>
          <a:ln>
            <a:noFill/>
          </a:ln>
        </p:spPr>
        <p:style>
          <a:lnRef idx="2">
            <a:schemeClr val="accent1"/>
          </a:lnRef>
          <a:fillRef idx="1">
            <a:schemeClr val="accent1"/>
          </a:fillRef>
          <a:effectRef idx="0">
            <a:schemeClr val="accent1"/>
          </a:effectRef>
          <a:fontRef idx="minor"/>
        </p:style>
      </p:sp>
      <p:sp>
        <p:nvSpPr>
          <p:cNvPr id="47" name="Rectangle 8"/>
          <p:cNvSpPr/>
          <p:nvPr/>
        </p:nvSpPr>
        <p:spPr>
          <a:xfrm>
            <a:off x="0" y="0"/>
            <a:ext cx="6074640" cy="3407040"/>
          </a:xfrm>
          <a:prstGeom prst="rect">
            <a:avLst/>
          </a:prstGeom>
          <a:solidFill>
            <a:srgbClr val="000000"/>
          </a:solidFill>
          <a:ln>
            <a:noFill/>
          </a:ln>
        </p:spPr>
        <p:style>
          <a:lnRef idx="2">
            <a:schemeClr val="accent1"/>
          </a:lnRef>
          <a:fillRef idx="1">
            <a:schemeClr val="accent1"/>
          </a:fillRef>
          <a:effectRef idx="0">
            <a:schemeClr val="accent1"/>
          </a:effectRef>
          <a:fontRef idx="minor"/>
        </p:style>
      </p:sp>
      <p:sp>
        <p:nvSpPr>
          <p:cNvPr id="48" name="Rectangle 9"/>
          <p:cNvSpPr/>
          <p:nvPr/>
        </p:nvSpPr>
        <p:spPr>
          <a:xfrm>
            <a:off x="360" y="3404160"/>
            <a:ext cx="6074640" cy="28080"/>
          </a:xfrm>
          <a:prstGeom prst="rect">
            <a:avLst/>
          </a:prstGeom>
          <a:solidFill>
            <a:srgbClr val="ffffff"/>
          </a:solidFill>
          <a:ln>
            <a:noFill/>
          </a:ln>
          <a:effectLst>
            <a:outerShdw algn="tl" blurRad="31680" dir="5400000" dist="10080" rotWithShape="0">
              <a:srgbClr val="000000">
                <a:alpha val="60000"/>
              </a:srgbClr>
            </a:outerShdw>
          </a:effectLst>
        </p:spPr>
        <p:style>
          <a:lnRef idx="2">
            <a:schemeClr val="accent1"/>
          </a:lnRef>
          <a:fillRef idx="1">
            <a:schemeClr val="accent1"/>
          </a:fillRef>
          <a:effectRef idx="0">
            <a:schemeClr val="accent1"/>
          </a:effectRef>
          <a:fontRef idx="minor"/>
        </p:style>
      </p:sp>
      <p:sp>
        <p:nvSpPr>
          <p:cNvPr id="49" name="PlaceHolder 1"/>
          <p:cNvSpPr>
            <a:spLocks noGrp="1"/>
          </p:cNvSpPr>
          <p:nvPr>
            <p:ph type="title"/>
          </p:nvPr>
        </p:nvSpPr>
        <p:spPr>
          <a:xfrm>
            <a:off x="303840" y="181440"/>
            <a:ext cx="5468400" cy="759600"/>
          </a:xfrm>
          <a:prstGeom prst="rect">
            <a:avLst/>
          </a:prstGeom>
          <a:noFill/>
          <a:ln w="0">
            <a:noFill/>
          </a:ln>
        </p:spPr>
        <p:txBody>
          <a:bodyPr lIns="0" rIns="0" tIns="0" bIns="0" anchor="ctr">
            <a:noAutofit/>
          </a:bodyPr>
          <a:p>
            <a:r>
              <a:rPr b="0" lang="en-US" sz="1800" spc="-1" strike="noStrike">
                <a:latin typeface="Arial"/>
              </a:rPr>
              <a:t>C</a:t>
            </a:r>
            <a:r>
              <a:rPr b="0" lang="en-US" sz="1800" spc="-1" strike="noStrike">
                <a:latin typeface="Arial"/>
              </a:rPr>
              <a:t>l</a:t>
            </a:r>
            <a:r>
              <a:rPr b="0" lang="en-US" sz="1800" spc="-1" strike="noStrike">
                <a:latin typeface="Arial"/>
              </a:rPr>
              <a:t>i</a:t>
            </a:r>
            <a:r>
              <a:rPr b="0" lang="en-US" sz="1800" spc="-1" strike="noStrike">
                <a:latin typeface="Arial"/>
              </a:rPr>
              <a:t>c</a:t>
            </a:r>
            <a:r>
              <a:rPr b="0" lang="en-US" sz="1800" spc="-1" strike="noStrike">
                <a:latin typeface="Arial"/>
              </a:rPr>
              <a:t>k</a:t>
            </a:r>
            <a:r>
              <a:rPr b="0" lang="en-US" sz="1800" spc="-1" strike="noStrike">
                <a:latin typeface="Arial"/>
              </a:rPr>
              <a:t> </a:t>
            </a:r>
            <a:r>
              <a:rPr b="0" lang="en-US" sz="1800" spc="-1" strike="noStrike">
                <a:latin typeface="Arial"/>
              </a:rPr>
              <a:t>t</a:t>
            </a:r>
            <a:r>
              <a:rPr b="0" lang="en-US" sz="1800" spc="-1" strike="noStrike">
                <a:latin typeface="Arial"/>
              </a:rPr>
              <a:t>o</a:t>
            </a:r>
            <a:r>
              <a:rPr b="0" lang="en-US" sz="1800" spc="-1" strike="noStrike">
                <a:latin typeface="Arial"/>
              </a:rPr>
              <a:t> </a:t>
            </a:r>
            <a:r>
              <a:rPr b="0" lang="en-US" sz="1800" spc="-1" strike="noStrike">
                <a:latin typeface="Arial"/>
              </a:rPr>
              <a:t>e</a:t>
            </a:r>
            <a:r>
              <a:rPr b="0" lang="en-US" sz="1800" spc="-1" strike="noStrike">
                <a:latin typeface="Arial"/>
              </a:rPr>
              <a:t>d</a:t>
            </a:r>
            <a:r>
              <a:rPr b="0" lang="en-US" sz="1800" spc="-1" strike="noStrike">
                <a:latin typeface="Arial"/>
              </a:rPr>
              <a:t>i</a:t>
            </a:r>
            <a:r>
              <a:rPr b="0" lang="en-US" sz="1800" spc="-1" strike="noStrike">
                <a:latin typeface="Arial"/>
              </a:rPr>
              <a:t>t</a:t>
            </a:r>
            <a:r>
              <a:rPr b="0" lang="en-US" sz="1800" spc="-1" strike="noStrike">
                <a:latin typeface="Arial"/>
              </a:rPr>
              <a:t> </a:t>
            </a:r>
            <a:r>
              <a:rPr b="0" lang="en-US" sz="1800" spc="-1" strike="noStrike">
                <a:latin typeface="Arial"/>
              </a:rPr>
              <a:t>t</a:t>
            </a:r>
            <a:r>
              <a:rPr b="0" lang="en-US" sz="1800" spc="-1" strike="noStrike">
                <a:latin typeface="Arial"/>
              </a:rPr>
              <a:t>h</a:t>
            </a:r>
            <a:r>
              <a:rPr b="0" lang="en-US" sz="1800" spc="-1" strike="noStrike">
                <a:latin typeface="Arial"/>
              </a:rPr>
              <a:t>e</a:t>
            </a:r>
            <a:r>
              <a:rPr b="0" lang="en-US" sz="1800" spc="-1" strike="noStrike">
                <a:latin typeface="Arial"/>
              </a:rPr>
              <a:t> </a:t>
            </a:r>
            <a:r>
              <a:rPr b="0" lang="en-US" sz="1800" spc="-1" strike="noStrike">
                <a:latin typeface="Arial"/>
              </a:rPr>
              <a:t>t</a:t>
            </a:r>
            <a:r>
              <a:rPr b="0" lang="en-US" sz="1800" spc="-1" strike="noStrike">
                <a:latin typeface="Arial"/>
              </a:rPr>
              <a:t>i</a:t>
            </a:r>
            <a:r>
              <a:rPr b="0" lang="en-US" sz="1800" spc="-1" strike="noStrike">
                <a:latin typeface="Arial"/>
              </a:rPr>
              <a:t>t</a:t>
            </a:r>
            <a:r>
              <a:rPr b="0" lang="en-US" sz="1800" spc="-1" strike="noStrike">
                <a:latin typeface="Arial"/>
              </a:rPr>
              <a:t>l</a:t>
            </a:r>
            <a:r>
              <a:rPr b="0" lang="en-US" sz="1800" spc="-1" strike="noStrike">
                <a:latin typeface="Arial"/>
              </a:rPr>
              <a:t>e</a:t>
            </a:r>
            <a:r>
              <a:rPr b="0" lang="en-US" sz="1800" spc="-1" strike="noStrike">
                <a:latin typeface="Arial"/>
              </a:rPr>
              <a:t> </a:t>
            </a:r>
            <a:r>
              <a:rPr b="0" lang="en-US" sz="1800" spc="-1" strike="noStrike">
                <a:latin typeface="Arial"/>
              </a:rPr>
              <a:t>t</a:t>
            </a:r>
            <a:r>
              <a:rPr b="0" lang="en-US" sz="1800" spc="-1" strike="noStrike">
                <a:latin typeface="Arial"/>
              </a:rPr>
              <a:t>e</a:t>
            </a:r>
            <a:r>
              <a:rPr b="0" lang="en-US" sz="1800" spc="-1" strike="noStrike">
                <a:latin typeface="Arial"/>
              </a:rPr>
              <a:t>x</a:t>
            </a:r>
            <a:r>
              <a:rPr b="0" lang="en-US" sz="1800" spc="-1" strike="noStrike">
                <a:latin typeface="Arial"/>
              </a:rPr>
              <a:t>t</a:t>
            </a:r>
            <a:r>
              <a:rPr b="0" lang="en-US" sz="1800" spc="-1" strike="noStrike">
                <a:latin typeface="Arial"/>
              </a:rPr>
              <a:t> </a:t>
            </a:r>
            <a:r>
              <a:rPr b="0" lang="en-US" sz="1800" spc="-1" strike="noStrike">
                <a:latin typeface="Arial"/>
              </a:rPr>
              <a:t>f</a:t>
            </a:r>
            <a:r>
              <a:rPr b="0" lang="en-US" sz="1800" spc="-1" strike="noStrike">
                <a:latin typeface="Arial"/>
              </a:rPr>
              <a:t>o</a:t>
            </a:r>
            <a:r>
              <a:rPr b="0" lang="en-US" sz="1800" spc="-1" strike="noStrike">
                <a:latin typeface="Arial"/>
              </a:rPr>
              <a:t>r</a:t>
            </a:r>
            <a:r>
              <a:rPr b="0" lang="en-US" sz="1800" spc="-1" strike="noStrike">
                <a:latin typeface="Arial"/>
              </a:rPr>
              <a:t>m</a:t>
            </a:r>
            <a:r>
              <a:rPr b="0" lang="en-US" sz="1800" spc="-1" strike="noStrike">
                <a:latin typeface="Arial"/>
              </a:rPr>
              <a:t>a</a:t>
            </a:r>
            <a:r>
              <a:rPr b="0" lang="en-US" sz="1800" spc="-1" strike="noStrike">
                <a:latin typeface="Arial"/>
              </a:rPr>
              <a:t>t</a:t>
            </a:r>
            <a:endParaRPr b="0" lang="en-US" sz="1800" spc="-1" strike="noStrike">
              <a:latin typeface="Arial"/>
            </a:endParaRPr>
          </a:p>
        </p:txBody>
      </p:sp>
      <p:sp>
        <p:nvSpPr>
          <p:cNvPr id="50" name="PlaceHolder 2"/>
          <p:cNvSpPr>
            <a:spLocks noGrp="1"/>
          </p:cNvSpPr>
          <p:nvPr>
            <p:ph type="body"/>
          </p:nvPr>
        </p:nvSpPr>
        <p:spPr>
          <a:xfrm>
            <a:off x="303840" y="1065240"/>
            <a:ext cx="5468400" cy="26398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latin typeface="Arial"/>
              </a:rPr>
              <a:t>Click to edit the outline text format</a:t>
            </a:r>
            <a:endParaRPr b="0" lang="en-US" sz="1800" spc="-1" strike="noStrike">
              <a:latin typeface="Arial"/>
            </a:endParaRPr>
          </a:p>
          <a:p>
            <a:pPr lvl="1" marL="864000" indent="-324000">
              <a:spcBef>
                <a:spcPts val="1134"/>
              </a:spcBef>
              <a:buClr>
                <a:srgbClr val="000000"/>
              </a:buClr>
              <a:buSzPct val="75000"/>
              <a:buFont typeface="Symbol" charset="2"/>
              <a:buChar char=""/>
            </a:pPr>
            <a:r>
              <a:rPr b="0" lang="en-US" sz="1800" spc="-1" strike="noStrike">
                <a:latin typeface="Arial"/>
              </a:rPr>
              <a:t>Second Outline Level</a:t>
            </a:r>
            <a:endParaRPr b="0" lang="en-US" sz="1800" spc="-1" strike="noStrike">
              <a:latin typeface="Arial"/>
            </a:endParaRPr>
          </a:p>
          <a:p>
            <a:pPr lvl="2" marL="1296000" indent="-288000">
              <a:spcBef>
                <a:spcPts val="850"/>
              </a:spcBef>
              <a:buClr>
                <a:srgbClr val="000000"/>
              </a:buClr>
              <a:buSzPct val="45000"/>
              <a:buFont typeface="Wingdings" charset="2"/>
              <a:buChar char=""/>
            </a:pPr>
            <a:r>
              <a:rPr b="0" lang="en-US" sz="1800" spc="-1" strike="noStrike">
                <a:latin typeface="Arial"/>
              </a:rPr>
              <a:t>Third Outline Level</a:t>
            </a:r>
            <a:endParaRPr b="0" lang="en-US" sz="1800" spc="-1" strike="noStrike">
              <a:latin typeface="Arial"/>
            </a:endParaRPr>
          </a:p>
          <a:p>
            <a:pPr lvl="3" marL="1728000" indent="-216000">
              <a:spcBef>
                <a:spcPts val="567"/>
              </a:spcBef>
              <a:buClr>
                <a:srgbClr val="000000"/>
              </a:buClr>
              <a:buSzPct val="75000"/>
              <a:buFont typeface="Symbol" charset="2"/>
              <a:buChar char=""/>
            </a:pPr>
            <a:r>
              <a:rPr b="0" lang="en-US" sz="1800" spc="-1" strike="noStrike">
                <a:latin typeface="Arial"/>
              </a:rPr>
              <a:t>Fourth Outline Level</a:t>
            </a:r>
            <a:endParaRPr b="0" lang="en-US" sz="1800" spc="-1" strike="noStrike">
              <a:latin typeface="Arial"/>
            </a:endParaRPr>
          </a:p>
          <a:p>
            <a:pPr lvl="4" marL="2160000" indent="-216000">
              <a:spcBef>
                <a:spcPts val="283"/>
              </a:spcBef>
              <a:buClr>
                <a:srgbClr val="000000"/>
              </a:buClr>
              <a:buSzPct val="45000"/>
              <a:buFont typeface="Wingdings" charset="2"/>
              <a:buChar char=""/>
            </a:pPr>
            <a:r>
              <a:rPr b="0" lang="en-US" sz="1800" spc="-1" strike="noStrike">
                <a:latin typeface="Arial"/>
              </a:rPr>
              <a:t>Fifth Outline Level</a:t>
            </a:r>
            <a:endParaRPr b="0" lang="en-US" sz="1800" spc="-1" strike="noStrike">
              <a:latin typeface="Arial"/>
            </a:endParaRPr>
          </a:p>
          <a:p>
            <a:pPr lvl="5" marL="2592000" indent="-216000">
              <a:spcBef>
                <a:spcPts val="283"/>
              </a:spcBef>
              <a:buClr>
                <a:srgbClr val="000000"/>
              </a:buClr>
              <a:buSzPct val="45000"/>
              <a:buFont typeface="Wingdings" charset="2"/>
              <a:buChar char=""/>
            </a:pPr>
            <a:r>
              <a:rPr b="0" lang="en-US" sz="1800" spc="-1" strike="noStrike">
                <a:latin typeface="Arial"/>
              </a:rPr>
              <a:t>Sixth Outline Level</a:t>
            </a:r>
            <a:endParaRPr b="0" lang="en-US" sz="1800" spc="-1" strike="noStrike">
              <a:latin typeface="Arial"/>
            </a:endParaRPr>
          </a:p>
          <a:p>
            <a:pPr lvl="6" marL="3024000" indent="-216000">
              <a:spcBef>
                <a:spcPts val="283"/>
              </a:spcBef>
              <a:buClr>
                <a:srgbClr val="000000"/>
              </a:buClr>
              <a:buSzPct val="45000"/>
              <a:buFont typeface="Wingdings" charset="2"/>
              <a:buChar char=""/>
            </a:pPr>
            <a:r>
              <a:rPr b="0" lang="en-US" sz="1800" spc="-1" strike="noStrike">
                <a:latin typeface="Arial"/>
              </a:rPr>
              <a:t>Seventh Outline Level</a:t>
            </a:r>
            <a:endParaRPr b="0" lang="en-US" sz="1800" spc="-1" strike="noStrike">
              <a:latin typeface="Arial"/>
            </a:endParaRPr>
          </a:p>
        </p:txBody>
      </p:sp>
      <p:sp>
        <p:nvSpPr>
          <p:cNvPr id="51" name="PlaceHolder 3"/>
          <p:cNvSpPr>
            <a:spLocks noGrp="1"/>
          </p:cNvSpPr>
          <p:nvPr>
            <p:ph type="ftr" idx="4"/>
          </p:nvPr>
        </p:nvSpPr>
        <p:spPr>
          <a:xfrm>
            <a:off x="1754640" y="4299480"/>
            <a:ext cx="3658320" cy="180000"/>
          </a:xfrm>
          <a:prstGeom prst="rect">
            <a:avLst/>
          </a:prstGeom>
          <a:noFill/>
          <a:ln w="0">
            <a:noFill/>
          </a:ln>
        </p:spPr>
        <p:txBody>
          <a:bodyPr lIns="30240" rIns="30240" tIns="30240" bIns="0" anchor="b">
            <a:noAutofit/>
          </a:bodyPr>
          <a:lstStyle>
            <a:lvl1pPr algn="ctr">
              <a:lnSpc>
                <a:spcPct val="100000"/>
              </a:lnSpc>
              <a:buNone/>
              <a:defRPr b="0" lang="en-US" sz="1400" spc="-1" strike="noStrike">
                <a:latin typeface="Times New Roman"/>
              </a:defRPr>
            </a:lvl1pPr>
          </a:lstStyle>
          <a:p>
            <a:pPr algn="ctr">
              <a:lnSpc>
                <a:spcPct val="100000"/>
              </a:lnSpc>
              <a:buNone/>
            </a:pPr>
            <a:r>
              <a:rPr b="0" lang="en-US" sz="1400" spc="-1" strike="noStrike">
                <a:latin typeface="Times New Roman"/>
              </a:rPr>
              <a:t>&lt;footer&gt;</a:t>
            </a:r>
            <a:endParaRPr b="0" lang="en-US" sz="1400" spc="-1" strike="noStrike">
              <a:latin typeface="Times New Roman"/>
            </a:endParaRPr>
          </a:p>
        </p:txBody>
      </p:sp>
      <p:sp>
        <p:nvSpPr>
          <p:cNvPr id="52" name="PlaceHolder 4"/>
          <p:cNvSpPr>
            <a:spLocks noGrp="1"/>
          </p:cNvSpPr>
          <p:nvPr>
            <p:ph type="sldNum" idx="5"/>
          </p:nvPr>
        </p:nvSpPr>
        <p:spPr>
          <a:xfrm>
            <a:off x="5452200" y="4299480"/>
            <a:ext cx="485640" cy="180000"/>
          </a:xfrm>
          <a:prstGeom prst="rect">
            <a:avLst/>
          </a:prstGeom>
          <a:noFill/>
          <a:ln w="0">
            <a:noFill/>
          </a:ln>
        </p:spPr>
        <p:txBody>
          <a:bodyPr lIns="60840" rIns="60840" tIns="30240" bIns="0" anchor="b">
            <a:noAutofit/>
          </a:bodyPr>
          <a:lstStyle>
            <a:lvl1pPr algn="r">
              <a:lnSpc>
                <a:spcPct val="100000"/>
              </a:lnSpc>
              <a:buNone/>
              <a:defRPr b="0" lang="en-US" sz="800" spc="-1" strike="noStrike">
                <a:solidFill>
                  <a:srgbClr val="ffffff"/>
                </a:solidFill>
                <a:latin typeface="Corbel"/>
              </a:defRPr>
            </a:lvl1pPr>
          </a:lstStyle>
          <a:p>
            <a:pPr algn="r">
              <a:lnSpc>
                <a:spcPct val="100000"/>
              </a:lnSpc>
              <a:buNone/>
            </a:pPr>
            <a:fld id="{F5E15110-0205-46DE-BB4D-5C06CD5F223E}" type="slidenum">
              <a:rPr b="0" lang="en-US" sz="800" spc="-1" strike="noStrike">
                <a:solidFill>
                  <a:srgbClr val="ffffff"/>
                </a:solidFill>
                <a:latin typeface="Corbel"/>
              </a:rPr>
              <a:t>&lt;number&gt;</a:t>
            </a:fld>
            <a:endParaRPr b="0" lang="en-US" sz="800" spc="-1" strike="noStrike">
              <a:latin typeface="Times New Roman"/>
            </a:endParaRPr>
          </a:p>
        </p:txBody>
      </p:sp>
      <p:sp>
        <p:nvSpPr>
          <p:cNvPr id="53" name="PlaceHolder 5"/>
          <p:cNvSpPr>
            <a:spLocks noGrp="1"/>
          </p:cNvSpPr>
          <p:nvPr>
            <p:ph type="dt" idx="6"/>
          </p:nvPr>
        </p:nvSpPr>
        <p:spPr>
          <a:xfrm>
            <a:off x="303480" y="4299480"/>
            <a:ext cx="1415880" cy="180000"/>
          </a:xfrm>
          <a:prstGeom prst="rect">
            <a:avLst/>
          </a:prstGeom>
          <a:noFill/>
          <a:ln w="0">
            <a:noFill/>
          </a:ln>
        </p:spPr>
        <p:txBody>
          <a:bodyPr lIns="72720" rIns="30240" tIns="30240" bIns="0" anchor="b">
            <a:noAutofit/>
          </a:bodyPr>
          <a:lstStyle>
            <a:lvl1pPr>
              <a:defRPr b="0" lang="en-US" sz="1400" spc="-1" strike="noStrike">
                <a:latin typeface="Times New Roman"/>
              </a:defRPr>
            </a:lvl1pPr>
          </a:lstStyle>
          <a:p>
            <a:r>
              <a:rPr b="0" lang="en-US" sz="1400" spc="-1" strike="noStrike">
                <a:latin typeface="Times New Roman"/>
              </a:rPr>
              <a:t>&lt;date/time&gt;</a:t>
            </a:r>
            <a:endParaRPr b="0" lang="en-US" sz="14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0" name="Rectangle 9" hidden="1"/>
          <p:cNvSpPr/>
          <p:nvPr/>
        </p:nvSpPr>
        <p:spPr>
          <a:xfrm>
            <a:off x="360" y="952920"/>
            <a:ext cx="6074640" cy="28080"/>
          </a:xfrm>
          <a:prstGeom prst="rect">
            <a:avLst/>
          </a:prstGeom>
          <a:solidFill>
            <a:srgbClr val="ffffff"/>
          </a:solidFill>
          <a:ln>
            <a:noFill/>
          </a:ln>
          <a:effectLst>
            <a:outerShdw algn="tl" blurRad="31680" dir="5400000" dist="10080" rotWithShape="0">
              <a:srgbClr val="000000">
                <a:alpha val="60000"/>
              </a:srgbClr>
            </a:outerShdw>
          </a:effectLst>
        </p:spPr>
        <p:style>
          <a:lnRef idx="2">
            <a:schemeClr val="accent1"/>
          </a:lnRef>
          <a:fillRef idx="1">
            <a:schemeClr val="accent1"/>
          </a:fillRef>
          <a:effectRef idx="0">
            <a:schemeClr val="accent1"/>
          </a:effectRef>
          <a:fontRef idx="minor"/>
        </p:style>
      </p:sp>
      <p:sp>
        <p:nvSpPr>
          <p:cNvPr id="91" name="Rectangle 6" hidden="1"/>
          <p:cNvSpPr/>
          <p:nvPr/>
        </p:nvSpPr>
        <p:spPr>
          <a:xfrm>
            <a:off x="0" y="360"/>
            <a:ext cx="6074640" cy="949680"/>
          </a:xfrm>
          <a:prstGeom prst="rect">
            <a:avLst/>
          </a:prstGeom>
          <a:solidFill>
            <a:srgbClr val="000000"/>
          </a:solidFill>
          <a:ln>
            <a:noFill/>
          </a:ln>
        </p:spPr>
        <p:style>
          <a:lnRef idx="2">
            <a:schemeClr val="accent1"/>
          </a:lnRef>
          <a:fillRef idx="1">
            <a:schemeClr val="accent1"/>
          </a:fillRef>
          <a:effectRef idx="0">
            <a:schemeClr val="accent1"/>
          </a:effectRef>
          <a:fontRef idx="minor"/>
        </p:style>
      </p:sp>
      <p:sp>
        <p:nvSpPr>
          <p:cNvPr id="92" name="PlaceHolder 1"/>
          <p:cNvSpPr>
            <a:spLocks noGrp="1"/>
          </p:cNvSpPr>
          <p:nvPr>
            <p:ph type="ftr" idx="7"/>
          </p:nvPr>
        </p:nvSpPr>
        <p:spPr>
          <a:xfrm>
            <a:off x="1754640" y="4299480"/>
            <a:ext cx="3658320" cy="180000"/>
          </a:xfrm>
          <a:prstGeom prst="rect">
            <a:avLst/>
          </a:prstGeom>
          <a:noFill/>
          <a:ln w="0">
            <a:noFill/>
          </a:ln>
        </p:spPr>
        <p:txBody>
          <a:bodyPr lIns="30240" rIns="30240" tIns="30240" bIns="0" anchor="b">
            <a:noAutofit/>
          </a:bodyPr>
          <a:lstStyle>
            <a:lvl1pPr algn="ctr">
              <a:lnSpc>
                <a:spcPct val="100000"/>
              </a:lnSpc>
              <a:buNone/>
              <a:defRPr b="0" lang="en-US" sz="1400" spc="-1" strike="noStrike">
                <a:latin typeface="Times New Roman"/>
              </a:defRPr>
            </a:lvl1pPr>
          </a:lstStyle>
          <a:p>
            <a:pPr algn="ctr">
              <a:lnSpc>
                <a:spcPct val="100000"/>
              </a:lnSpc>
              <a:buNone/>
            </a:pPr>
            <a:r>
              <a:rPr b="0" lang="en-US" sz="1400" spc="-1" strike="noStrike">
                <a:latin typeface="Times New Roman"/>
              </a:rPr>
              <a:t>&lt;footer&gt;</a:t>
            </a:r>
            <a:endParaRPr b="0" lang="en-US" sz="1400" spc="-1" strike="noStrike">
              <a:latin typeface="Times New Roman"/>
            </a:endParaRPr>
          </a:p>
        </p:txBody>
      </p:sp>
      <p:sp>
        <p:nvSpPr>
          <p:cNvPr id="93" name="PlaceHolder 2"/>
          <p:cNvSpPr>
            <a:spLocks noGrp="1"/>
          </p:cNvSpPr>
          <p:nvPr>
            <p:ph type="sldNum" idx="8"/>
          </p:nvPr>
        </p:nvSpPr>
        <p:spPr>
          <a:xfrm>
            <a:off x="5452200" y="4299480"/>
            <a:ext cx="485640" cy="180000"/>
          </a:xfrm>
          <a:prstGeom prst="rect">
            <a:avLst/>
          </a:prstGeom>
          <a:noFill/>
          <a:ln w="0">
            <a:noFill/>
          </a:ln>
        </p:spPr>
        <p:txBody>
          <a:bodyPr lIns="60840" rIns="60840" tIns="30240" bIns="0" anchor="b">
            <a:noAutofit/>
          </a:bodyPr>
          <a:lstStyle>
            <a:lvl1pPr algn="r">
              <a:lnSpc>
                <a:spcPct val="100000"/>
              </a:lnSpc>
              <a:buNone/>
              <a:defRPr b="0" lang="en-US" sz="800" spc="-1" strike="noStrike">
                <a:solidFill>
                  <a:srgbClr val="454545"/>
                </a:solidFill>
                <a:latin typeface="Corbel"/>
              </a:defRPr>
            </a:lvl1pPr>
          </a:lstStyle>
          <a:p>
            <a:pPr algn="r">
              <a:lnSpc>
                <a:spcPct val="100000"/>
              </a:lnSpc>
              <a:buNone/>
            </a:pPr>
            <a:fld id="{7367CC5D-0098-4E29-9FD8-C45EDBBE3B66}" type="slidenum">
              <a:rPr b="0" lang="en-US" sz="800" spc="-1" strike="noStrike">
                <a:solidFill>
                  <a:srgbClr val="454545"/>
                </a:solidFill>
                <a:latin typeface="Corbel"/>
              </a:rPr>
              <a:t>&lt;number&gt;</a:t>
            </a:fld>
            <a:endParaRPr b="0" lang="en-US" sz="800" spc="-1" strike="noStrike">
              <a:latin typeface="Times New Roman"/>
            </a:endParaRPr>
          </a:p>
        </p:txBody>
      </p:sp>
      <p:sp>
        <p:nvSpPr>
          <p:cNvPr id="94" name="PlaceHolder 3"/>
          <p:cNvSpPr>
            <a:spLocks noGrp="1"/>
          </p:cNvSpPr>
          <p:nvPr>
            <p:ph type="dt" idx="9"/>
          </p:nvPr>
        </p:nvSpPr>
        <p:spPr>
          <a:xfrm>
            <a:off x="303480" y="4299480"/>
            <a:ext cx="1415880" cy="180000"/>
          </a:xfrm>
          <a:prstGeom prst="rect">
            <a:avLst/>
          </a:prstGeom>
          <a:noFill/>
          <a:ln w="0">
            <a:noFill/>
          </a:ln>
        </p:spPr>
        <p:txBody>
          <a:bodyPr lIns="72720" rIns="30240" tIns="30240" bIns="0" anchor="b">
            <a:noAutofit/>
          </a:bodyPr>
          <a:lstStyle>
            <a:lvl1pPr>
              <a:defRPr b="0" lang="en-US" sz="1400" spc="-1" strike="noStrike">
                <a:latin typeface="Times New Roman"/>
              </a:defRPr>
            </a:lvl1pPr>
          </a:lstStyle>
          <a:p>
            <a:r>
              <a:rPr b="0" lang="en-US" sz="1400" spc="-1" strike="noStrike">
                <a:latin typeface="Times New Roman"/>
              </a:rPr>
              <a:t>&lt;date/time&gt;</a:t>
            </a:r>
            <a:endParaRPr b="0" lang="en-US" sz="1400" spc="-1" strike="noStrike">
              <a:latin typeface="Times New Roman"/>
            </a:endParaRPr>
          </a:p>
        </p:txBody>
      </p:sp>
      <p:sp>
        <p:nvSpPr>
          <p:cNvPr id="95" name="PlaceHolder 4"/>
          <p:cNvSpPr>
            <a:spLocks noGrp="1"/>
          </p:cNvSpPr>
          <p:nvPr>
            <p:ph type="title"/>
          </p:nvPr>
        </p:nvSpPr>
        <p:spPr>
          <a:xfrm>
            <a:off x="303840" y="181440"/>
            <a:ext cx="5468760" cy="759960"/>
          </a:xfrm>
          <a:prstGeom prst="rect">
            <a:avLst/>
          </a:prstGeom>
          <a:noFill/>
          <a:ln w="0">
            <a:noFill/>
          </a:ln>
        </p:spPr>
        <p:txBody>
          <a:bodyPr lIns="0" rIns="0" tIns="0" bIns="0" anchor="ctr">
            <a:noAutofit/>
          </a:bodyPr>
          <a:p>
            <a:pPr algn="ctr">
              <a:buNone/>
            </a:pPr>
            <a:r>
              <a:rPr b="0" lang="en-US" sz="4400" spc="-1" strike="noStrike">
                <a:latin typeface="Arial"/>
              </a:rPr>
              <a:t>Click to edit the title text format</a:t>
            </a:r>
            <a:endParaRPr b="0" lang="en-US" sz="4400" spc="-1" strike="noStrike">
              <a:latin typeface="Arial"/>
            </a:endParaRPr>
          </a:p>
        </p:txBody>
      </p:sp>
      <p:sp>
        <p:nvSpPr>
          <p:cNvPr id="96" name="PlaceHolder 5"/>
          <p:cNvSpPr>
            <a:spLocks noGrp="1"/>
          </p:cNvSpPr>
          <p:nvPr>
            <p:ph type="body"/>
          </p:nvPr>
        </p:nvSpPr>
        <p:spPr>
          <a:xfrm>
            <a:off x="303840" y="1065240"/>
            <a:ext cx="5468760" cy="2640240"/>
          </a:xfrm>
          <a:prstGeom prst="rect">
            <a:avLst/>
          </a:prstGeom>
          <a:noFill/>
          <a:ln w="0">
            <a:noFill/>
          </a:ln>
        </p:spPr>
        <p:txBody>
          <a:bodyPr lIns="0" rIns="0" tIns="0" bIns="0" anchor="t">
            <a:normAutofit fontScale="83000"/>
          </a:bodyPr>
          <a:p>
            <a:pPr marL="432000" indent="-324000">
              <a:spcBef>
                <a:spcPts val="1417"/>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png"/><Relationship Id="rId3"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3.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9.xml.rels><?xml version="1.0" encoding="UTF-8"?>
<Relationships xmlns="http://schemas.openxmlformats.org/package/2006/relationships"><Relationship Id="rId1" Type="http://schemas.openxmlformats.org/officeDocument/2006/relationships/image" Target="../media/image7.jpeg"/><Relationship Id="rId2" Type="http://schemas.openxmlformats.org/officeDocument/2006/relationships/slideLayout" Target="../slideLayouts/slideLayout25.xml"/>
</Relationships>
</file>

<file path=ppt/slides/_rels/slide10.xml.rels><?xml version="1.0" encoding="UTF-8"?>
<Relationships xmlns="http://schemas.openxmlformats.org/package/2006/relationships"><Relationship Id="rId1" Type="http://schemas.openxmlformats.org/officeDocument/2006/relationships/image" Target="../media/image8.jpeg"/><Relationship Id="rId2" Type="http://schemas.openxmlformats.org/officeDocument/2006/relationships/slideLayout" Target="../slideLayouts/slideLayout25.xml"/>
</Relationships>
</file>

<file path=ppt/slides/_rels/slide11.xml.rels><?xml version="1.0" encoding="UTF-8"?>
<Relationships xmlns="http://schemas.openxmlformats.org/package/2006/relationships"><Relationship Id="rId1" Type="http://schemas.openxmlformats.org/officeDocument/2006/relationships/image" Target="../media/image9.jpeg"/><Relationship Id="rId2" Type="http://schemas.openxmlformats.org/officeDocument/2006/relationships/slideLayout" Target="../slideLayouts/slideLayout25.xml"/>
</Relationships>
</file>

<file path=ppt/slides/_rels/slide12.xml.rels><?xml version="1.0" encoding="UTF-8"?>
<Relationships xmlns="http://schemas.openxmlformats.org/package/2006/relationships"><Relationship Id="rId1" Type="http://schemas.openxmlformats.org/officeDocument/2006/relationships/image" Target="../media/image10.jpeg"/><Relationship Id="rId2" Type="http://schemas.openxmlformats.org/officeDocument/2006/relationships/slideLayout" Target="../slideLayouts/slideLayout25.xml"/>
</Relationships>
</file>

<file path=ppt/slides/_rels/slide13.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5.xml"/>
</Relationships>
</file>

<file path=ppt/slides/_rels/slide14.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25.xml"/>
</Relationships>
</file>

<file path=ppt/slides/_rels/slide15.xml.rels><?xml version="1.0" encoding="UTF-8"?>
<Relationships xmlns="http://schemas.openxmlformats.org/package/2006/relationships"><Relationship Id="rId1" Type="http://schemas.openxmlformats.org/officeDocument/2006/relationships/image" Target="../media/image13.jpeg"/><Relationship Id="rId2" Type="http://schemas.openxmlformats.org/officeDocument/2006/relationships/slideLayout" Target="../slideLayouts/slideLayout25.xml"/>
</Relationships>
</file>

<file path=ppt/slides/_rels/slide16.xml.rels><?xml version="1.0" encoding="UTF-8"?>
<Relationships xmlns="http://schemas.openxmlformats.org/package/2006/relationships"><Relationship Id="rId1" Type="http://schemas.openxmlformats.org/officeDocument/2006/relationships/image" Target="../media/image14.jpeg"/><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slideLayout" Target="../slideLayouts/slideLayout25.xml"/>
</Relationships>
</file>

<file path=ppt/slides/_rels/slide17.xml.rels><?xml version="1.0" encoding="UTF-8"?>
<Relationships xmlns="http://schemas.openxmlformats.org/package/2006/relationships"><Relationship Id="rId1" Type="http://schemas.openxmlformats.org/officeDocument/2006/relationships/image" Target="../media/image17.jpeg"/><Relationship Id="rId2" Type="http://schemas.openxmlformats.org/officeDocument/2006/relationships/slideLayout" Target="../slideLayouts/slideLayout2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33" name="Picture 3" descr="image.jpg"/>
          <p:cNvPicPr/>
          <p:nvPr/>
        </p:nvPicPr>
        <p:blipFill>
          <a:blip r:embed="rId1"/>
          <a:stretch/>
        </p:blipFill>
        <p:spPr>
          <a:xfrm>
            <a:off x="720" y="720"/>
            <a:ext cx="6074640" cy="4550760"/>
          </a:xfrm>
          <a:prstGeom prst="rect">
            <a:avLst/>
          </a:prstGeom>
          <a:ln w="0">
            <a:noFill/>
          </a:ln>
        </p:spPr>
      </p:pic>
      <p:sp>
        <p:nvSpPr>
          <p:cNvPr id="134" name=""/>
          <p:cNvSpPr/>
          <p:nvPr/>
        </p:nvSpPr>
        <p:spPr>
          <a:xfrm rot="21579000">
            <a:off x="7920" y="2388600"/>
            <a:ext cx="5942520" cy="3040920"/>
          </a:xfrm>
          <a:prstGeom prst="rect">
            <a:avLst/>
          </a:prstGeom>
          <a:noFill/>
          <a:ln w="0">
            <a:noFill/>
          </a:ln>
        </p:spPr>
        <p:style>
          <a:lnRef idx="0"/>
          <a:fillRef idx="0"/>
          <a:effectRef idx="0"/>
          <a:fontRef idx="minor"/>
        </p:style>
        <p:txBody>
          <a:bodyPr lIns="90000" rIns="90000" tIns="45000" bIns="45000" anchor="t">
            <a:noAutofit/>
          </a:bodyPr>
          <a:p>
            <a:pPr algn="just">
              <a:lnSpc>
                <a:spcPct val="100000"/>
              </a:lnSpc>
              <a:spcAft>
                <a:spcPts val="1151"/>
              </a:spcAft>
              <a:buNone/>
            </a:pPr>
            <a:r>
              <a:rPr b="1" lang="en-US" sz="2400" spc="-1" strike="noStrike">
                <a:solidFill>
                  <a:srgbClr val="e0e0e0"/>
                </a:solidFill>
                <a:latin typeface="Nimbus Roman"/>
                <a:ea typeface="DejaVu Sans"/>
              </a:rPr>
              <a:t>                                   </a:t>
            </a:r>
            <a:r>
              <a:rPr b="1" lang="en-US" sz="2400" spc="-1" strike="noStrike">
                <a:solidFill>
                  <a:srgbClr val="e0e0e0"/>
                </a:solidFill>
                <a:latin typeface="Nimbus Roman"/>
                <a:ea typeface="DejaVu Sans"/>
              </a:rPr>
              <a:t>AND</a:t>
            </a:r>
            <a:r>
              <a:rPr b="1" lang="en-US" sz="2400" spc="-1" strike="noStrike">
                <a:solidFill>
                  <a:srgbClr val="e0e0e0"/>
                </a:solidFill>
                <a:latin typeface="Arial"/>
                <a:ea typeface="DejaVu Sans"/>
              </a:rPr>
              <a:t>          </a:t>
            </a:r>
            <a:endParaRPr b="0" lang="en-US" sz="2400" spc="-1" strike="noStrike">
              <a:latin typeface="Arial"/>
            </a:endParaRPr>
          </a:p>
          <a:p>
            <a:pPr>
              <a:lnSpc>
                <a:spcPct val="100000"/>
              </a:lnSpc>
              <a:buNone/>
            </a:pPr>
            <a:r>
              <a:rPr b="1" lang="en-US" sz="2400" spc="-1" strike="noStrike">
                <a:solidFill>
                  <a:srgbClr val="e0e0e0"/>
                </a:solidFill>
                <a:latin typeface="Arial"/>
                <a:ea typeface="DejaVu Sans"/>
              </a:rPr>
              <a:t>                </a:t>
            </a:r>
            <a:r>
              <a:rPr b="1" lang="en-US" sz="2400" spc="-1" strike="noStrike">
                <a:solidFill>
                  <a:srgbClr val="e0e0e0"/>
                </a:solidFill>
                <a:latin typeface="Arial"/>
                <a:ea typeface="DejaVu Sans"/>
              </a:rPr>
              <a:t>RESTAURANT BILLING</a:t>
            </a:r>
            <a:endParaRPr b="0" lang="en-US" sz="2400" spc="-1" strike="noStrike">
              <a:latin typeface="Arial"/>
            </a:endParaRPr>
          </a:p>
          <a:p>
            <a:pPr algn="ctr">
              <a:lnSpc>
                <a:spcPct val="100000"/>
              </a:lnSpc>
              <a:spcAft>
                <a:spcPts val="1440"/>
              </a:spcAft>
              <a:buNone/>
            </a:pPr>
            <a:r>
              <a:rPr b="1" lang="en-US" sz="2400" spc="-1" strike="noStrike">
                <a:solidFill>
                  <a:srgbClr val="e0e0e0"/>
                </a:solidFill>
                <a:latin typeface="Arial"/>
                <a:ea typeface="DejaVu Sans"/>
              </a:rPr>
              <a:t> </a:t>
            </a:r>
            <a:r>
              <a:rPr b="1" lang="en-US" sz="2400" spc="-1" strike="noStrike">
                <a:solidFill>
                  <a:srgbClr val="e0e0e0"/>
                </a:solidFill>
                <a:latin typeface="Arial"/>
                <a:ea typeface="DejaVu Sans"/>
              </a:rPr>
              <a:t>INVOICE SYSTEM</a:t>
            </a:r>
            <a:endParaRPr b="0" lang="en-US" sz="2400" spc="-1" strike="noStrike">
              <a:latin typeface="Arial"/>
            </a:endParaRPr>
          </a:p>
          <a:p>
            <a:pPr>
              <a:lnSpc>
                <a:spcPct val="100000"/>
              </a:lnSpc>
              <a:buNone/>
            </a:pPr>
            <a:endParaRPr b="0" lang="en-US" sz="2400" spc="-1" strike="noStrike">
              <a:latin typeface="Arial"/>
            </a:endParaRPr>
          </a:p>
          <a:p>
            <a:pPr>
              <a:lnSpc>
                <a:spcPct val="100000"/>
              </a:lnSpc>
              <a:buNone/>
            </a:pPr>
            <a:r>
              <a:rPr b="1" lang="en-US" sz="2400" spc="-1" strike="noStrike">
                <a:solidFill>
                  <a:srgbClr val="e0e0e0"/>
                </a:solidFill>
                <a:latin typeface="Arial"/>
                <a:ea typeface="DejaVu Sans"/>
              </a:rPr>
              <a:t>                            </a:t>
            </a:r>
            <a:endParaRPr b="0" lang="en-US" sz="2400" spc="-1" strike="noStrike">
              <a:latin typeface="Arial"/>
            </a:endParaRPr>
          </a:p>
          <a:p>
            <a:pPr>
              <a:lnSpc>
                <a:spcPct val="100000"/>
              </a:lnSpc>
              <a:buNone/>
            </a:pPr>
            <a:endParaRPr b="0" lang="en-US" sz="2400" spc="-1" strike="noStrike">
              <a:latin typeface="Arial"/>
            </a:endParaRPr>
          </a:p>
        </p:txBody>
      </p:sp>
      <p:pic>
        <p:nvPicPr>
          <p:cNvPr id="135" name="" descr=""/>
          <p:cNvPicPr/>
          <p:nvPr/>
        </p:nvPicPr>
        <p:blipFill>
          <a:blip r:embed="rId2"/>
          <a:stretch/>
        </p:blipFill>
        <p:spPr>
          <a:xfrm>
            <a:off x="2590200" y="228240"/>
            <a:ext cx="837360" cy="837360"/>
          </a:xfrm>
          <a:prstGeom prst="rect">
            <a:avLst/>
          </a:prstGeom>
          <a:ln w="0">
            <a:noFill/>
          </a:ln>
        </p:spPr>
      </p:pic>
    </p:spTree>
  </p:cSld>
  <mc:AlternateContent>
    <mc:Choice Requires="p14">
      <p:transition spd="slow" p14:dur="2000">
        <p:randomBar dir="vert"/>
      </p:transition>
    </mc:Choice>
    <mc:Fallback>
      <p:transition spd="slow">
        <p:randomBar dir="vert"/>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136" name=""/>
          <p:cNvGraphicFramePr/>
          <p:nvPr/>
        </p:nvGraphicFramePr>
        <p:xfrm>
          <a:off x="441720" y="663840"/>
          <a:ext cx="5225040" cy="2514240"/>
        </p:xfrm>
        <a:graphic>
          <a:graphicData uri="http://schemas.openxmlformats.org/drawingml/2006/table">
            <a:tbl>
              <a:tblPr/>
              <a:tblGrid>
                <a:gridCol w="2612160"/>
                <a:gridCol w="2613240"/>
              </a:tblGrid>
              <a:tr h="419040">
                <a:tc>
                  <a:txBody>
                    <a:bodyPr lIns="90000" rIns="90000" anchor="t">
                      <a:noAutofit/>
                    </a:bodyPr>
                    <a:p>
                      <a:pPr>
                        <a:lnSpc>
                          <a:spcPct val="100000"/>
                        </a:lnSpc>
                        <a:buNone/>
                      </a:pPr>
                      <a:r>
                        <a:rPr b="0" lang="en-US" sz="1800" spc="-1" strike="noStrike">
                          <a:solidFill>
                            <a:srgbClr val="fafafa"/>
                          </a:solidFill>
                          <a:latin typeface="Nimbus Roman"/>
                        </a:rPr>
                        <a:t> </a:t>
                      </a:r>
                      <a:r>
                        <a:rPr b="0" lang="en-US" sz="1800" spc="-1" strike="noStrike">
                          <a:solidFill>
                            <a:srgbClr val="fafafa"/>
                          </a:solidFill>
                          <a:latin typeface="Nimbus Roman"/>
                        </a:rPr>
                        <a:t>Jubayer Ahmed</a:t>
                      </a:r>
                      <a:endParaRPr b="0" lang="en-US" sz="1800" spc="-1" strike="noStrike">
                        <a:latin typeface="Arial"/>
                      </a:endParaRPr>
                    </a:p>
                  </a:txBody>
                  <a:tcPr anchor="t" marL="90000" marR="90000">
                    <a:lnL w="720">
                      <a:solidFill>
                        <a:srgbClr val="ffffff"/>
                      </a:solidFill>
                    </a:lnL>
                    <a:lnR w="720">
                      <a:solidFill>
                        <a:srgbClr val="ffffff"/>
                      </a:solidFill>
                    </a:lnR>
                    <a:lnT w="720">
                      <a:solidFill>
                        <a:srgbClr val="ffffff"/>
                      </a:solidFill>
                    </a:lnT>
                    <a:lnB w="10800">
                      <a:solidFill>
                        <a:srgbClr val="ffffff"/>
                      </a:solidFill>
                    </a:lnB>
                    <a:solidFill>
                      <a:srgbClr val="000000"/>
                    </a:solidFill>
                  </a:tcPr>
                </a:tc>
                <a:tc>
                  <a:txBody>
                    <a:bodyPr lIns="90000" rIns="90000" anchor="t">
                      <a:noAutofit/>
                    </a:bodyPr>
                    <a:p>
                      <a:pPr>
                        <a:lnSpc>
                          <a:spcPct val="100000"/>
                        </a:lnSpc>
                        <a:buNone/>
                      </a:pPr>
                      <a:r>
                        <a:rPr b="0" lang="en-US" sz="1800" spc="-1" strike="noStrike">
                          <a:solidFill>
                            <a:srgbClr val="3f51b5"/>
                          </a:solidFill>
                          <a:latin typeface="Nimbus Roman"/>
                        </a:rPr>
                        <a:t> </a:t>
                      </a:r>
                      <a:r>
                        <a:rPr b="0" lang="en-US" sz="1800" spc="-1" strike="noStrike">
                          <a:solidFill>
                            <a:srgbClr val="3f51b5"/>
                          </a:solidFill>
                          <a:latin typeface="Nimbus Roman"/>
                        </a:rPr>
                        <a:t>22234103202  </a:t>
                      </a:r>
                      <a:endParaRPr b="0" lang="en-US" sz="18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000000"/>
                    </a:solidFill>
                  </a:tcPr>
                </a:tc>
              </a:tr>
              <a:tr h="419040">
                <a:tc>
                  <a:txBody>
                    <a:bodyPr lIns="90000" rIns="90000" anchor="t">
                      <a:noAutofit/>
                    </a:bodyPr>
                    <a:p>
                      <a:pPr>
                        <a:lnSpc>
                          <a:spcPct val="100000"/>
                        </a:lnSpc>
                        <a:buNone/>
                      </a:pPr>
                      <a:r>
                        <a:rPr b="0" lang="en-US" sz="1800" spc="-1" strike="noStrike">
                          <a:solidFill>
                            <a:srgbClr val="fafafa"/>
                          </a:solidFill>
                          <a:latin typeface="Nimbus Roman"/>
                        </a:rPr>
                        <a:t> </a:t>
                      </a:r>
                      <a:r>
                        <a:rPr b="0" lang="en-US" sz="1800" spc="-1" strike="noStrike">
                          <a:solidFill>
                            <a:srgbClr val="fafafa"/>
                          </a:solidFill>
                          <a:latin typeface="Nimbus Roman"/>
                        </a:rPr>
                        <a:t>Erfan Hossain</a:t>
                      </a:r>
                      <a:endParaRPr b="0" lang="en-US" sz="1800" spc="-1" strike="noStrike">
                        <a:latin typeface="Arial"/>
                      </a:endParaRPr>
                    </a:p>
                  </a:txBody>
                  <a:tcPr anchor="t" marL="90000" marR="90000">
                    <a:lnL w="10800">
                      <a:solidFill>
                        <a:srgbClr val="ffffff"/>
                      </a:solidFill>
                    </a:lnL>
                    <a:lnR w="10800">
                      <a:solidFill>
                        <a:srgbClr val="ffffff"/>
                      </a:solidFill>
                    </a:lnR>
                    <a:lnT w="10800">
                      <a:solidFill>
                        <a:srgbClr val="ffffff"/>
                      </a:solidFill>
                    </a:lnT>
                    <a:lnB w="10800">
                      <a:solidFill>
                        <a:srgbClr val="ffffff"/>
                      </a:solidFill>
                    </a:lnB>
                    <a:solidFill>
                      <a:srgbClr val="000000"/>
                    </a:solidFill>
                  </a:tcPr>
                </a:tc>
                <a:tc>
                  <a:txBody>
                    <a:bodyPr lIns="90000" rIns="90000" anchor="t">
                      <a:noAutofit/>
                    </a:bodyPr>
                    <a:p>
                      <a:pPr>
                        <a:lnSpc>
                          <a:spcPct val="100000"/>
                        </a:lnSpc>
                        <a:buNone/>
                      </a:pPr>
                      <a:r>
                        <a:rPr b="0" lang="en-US" sz="1800" spc="-1" strike="noStrike">
                          <a:solidFill>
                            <a:srgbClr val="3f51b5"/>
                          </a:solidFill>
                          <a:latin typeface="Nimbus Roman"/>
                        </a:rPr>
                        <a:t> </a:t>
                      </a:r>
                      <a:r>
                        <a:rPr b="0" lang="en-US" sz="1800" spc="-1" strike="noStrike">
                          <a:solidFill>
                            <a:srgbClr val="3f51b5"/>
                          </a:solidFill>
                          <a:latin typeface="Nimbus Roman"/>
                        </a:rPr>
                        <a:t>22234103062</a:t>
                      </a:r>
                      <a:endParaRPr b="0" lang="en-US" sz="1800" spc="-1" strike="noStrike">
                        <a:latin typeface="Arial"/>
                      </a:endParaRPr>
                    </a:p>
                  </a:txBody>
                  <a:tcPr anchor="t" marL="90000" marR="90000">
                    <a:lnL w="10800">
                      <a:solidFill>
                        <a:srgbClr val="ffffff"/>
                      </a:solidFill>
                    </a:lnL>
                    <a:lnR w="720">
                      <a:solidFill>
                        <a:srgbClr val="ffffff"/>
                      </a:solidFill>
                    </a:lnR>
                    <a:lnT w="720">
                      <a:solidFill>
                        <a:srgbClr val="ffffff"/>
                      </a:solidFill>
                    </a:lnT>
                    <a:lnB w="720">
                      <a:solidFill>
                        <a:srgbClr val="ffffff"/>
                      </a:solidFill>
                    </a:lnB>
                    <a:solidFill>
                      <a:srgbClr val="000000"/>
                    </a:solidFill>
                  </a:tcPr>
                </a:tc>
              </a:tr>
              <a:tr h="419040">
                <a:tc>
                  <a:txBody>
                    <a:bodyPr lIns="90000" rIns="90000" anchor="t">
                      <a:noAutofit/>
                    </a:bodyPr>
                    <a:p>
                      <a:pPr>
                        <a:lnSpc>
                          <a:spcPct val="100000"/>
                        </a:lnSpc>
                        <a:buNone/>
                      </a:pPr>
                      <a:r>
                        <a:rPr b="0" lang="en-US" sz="1800" spc="-1" strike="noStrike">
                          <a:solidFill>
                            <a:srgbClr val="fafafa"/>
                          </a:solidFill>
                          <a:latin typeface="Nimbus Roman"/>
                        </a:rPr>
                        <a:t> </a:t>
                      </a:r>
                      <a:r>
                        <a:rPr b="0" lang="en-US" sz="1800" spc="-1" strike="noStrike">
                          <a:solidFill>
                            <a:srgbClr val="fafafa"/>
                          </a:solidFill>
                          <a:latin typeface="Nimbus Roman"/>
                        </a:rPr>
                        <a:t>Sadman Ishraq  </a:t>
                      </a:r>
                      <a:endParaRPr b="0" lang="en-US" sz="1800" spc="-1" strike="noStrike">
                        <a:latin typeface="Arial"/>
                      </a:endParaRPr>
                    </a:p>
                  </a:txBody>
                  <a:tcPr anchor="t" marL="90000" marR="90000">
                    <a:lnL w="10800">
                      <a:solidFill>
                        <a:srgbClr val="ffffff"/>
                      </a:solidFill>
                    </a:lnL>
                    <a:lnR w="10800">
                      <a:solidFill>
                        <a:srgbClr val="ffffff"/>
                      </a:solidFill>
                    </a:lnR>
                    <a:lnT w="10800">
                      <a:solidFill>
                        <a:srgbClr val="ffffff"/>
                      </a:solidFill>
                    </a:lnT>
                    <a:lnB w="10800">
                      <a:solidFill>
                        <a:srgbClr val="ffffff"/>
                      </a:solidFill>
                    </a:lnB>
                    <a:solidFill>
                      <a:srgbClr val="000000"/>
                    </a:solidFill>
                  </a:tcPr>
                </a:tc>
                <a:tc>
                  <a:txBody>
                    <a:bodyPr lIns="90000" rIns="90000" anchor="t">
                      <a:noAutofit/>
                    </a:bodyPr>
                    <a:p>
                      <a:pPr>
                        <a:lnSpc>
                          <a:spcPct val="100000"/>
                        </a:lnSpc>
                        <a:buNone/>
                      </a:pPr>
                      <a:r>
                        <a:rPr b="0" lang="en-US" sz="1800" spc="-1" strike="noStrike">
                          <a:solidFill>
                            <a:srgbClr val="3f51b5"/>
                          </a:solidFill>
                          <a:latin typeface="Nimbus Roman"/>
                        </a:rPr>
                        <a:t> </a:t>
                      </a:r>
                      <a:r>
                        <a:rPr b="0" lang="en-US" sz="1800" spc="-1" strike="noStrike">
                          <a:solidFill>
                            <a:srgbClr val="3f51b5"/>
                          </a:solidFill>
                          <a:latin typeface="Nimbus Roman"/>
                        </a:rPr>
                        <a:t>22234103212</a:t>
                      </a:r>
                      <a:endParaRPr b="0" lang="en-US" sz="1800" spc="-1" strike="noStrike">
                        <a:latin typeface="Arial"/>
                      </a:endParaRPr>
                    </a:p>
                  </a:txBody>
                  <a:tcPr anchor="t" marL="90000" marR="90000">
                    <a:lnL w="10800">
                      <a:solidFill>
                        <a:srgbClr val="ffffff"/>
                      </a:solidFill>
                    </a:lnL>
                    <a:lnR w="720">
                      <a:solidFill>
                        <a:srgbClr val="ffffff"/>
                      </a:solidFill>
                    </a:lnR>
                    <a:lnT w="720">
                      <a:solidFill>
                        <a:srgbClr val="ffffff"/>
                      </a:solidFill>
                    </a:lnT>
                    <a:lnB w="720">
                      <a:solidFill>
                        <a:srgbClr val="ffffff"/>
                      </a:solidFill>
                    </a:lnB>
                    <a:solidFill>
                      <a:srgbClr val="000000"/>
                    </a:solidFill>
                  </a:tcPr>
                </a:tc>
              </a:tr>
              <a:tr h="419040">
                <a:tc>
                  <a:txBody>
                    <a:bodyPr lIns="90000" rIns="90000" anchor="t">
                      <a:noAutofit/>
                    </a:bodyPr>
                    <a:p>
                      <a:pPr>
                        <a:lnSpc>
                          <a:spcPct val="100000"/>
                        </a:lnSpc>
                        <a:buNone/>
                      </a:pPr>
                      <a:r>
                        <a:rPr b="0" lang="en-US" sz="1800" spc="-1" strike="noStrike">
                          <a:solidFill>
                            <a:srgbClr val="fafafa"/>
                          </a:solidFill>
                          <a:latin typeface="Nimbus Roman"/>
                        </a:rPr>
                        <a:t> </a:t>
                      </a:r>
                      <a:r>
                        <a:rPr b="0" lang="en-US" sz="1800" spc="-1" strike="noStrike">
                          <a:solidFill>
                            <a:srgbClr val="fafafa"/>
                          </a:solidFill>
                          <a:latin typeface="Nimbus Roman"/>
                        </a:rPr>
                        <a:t>Ridoy Ahsan</a:t>
                      </a:r>
                      <a:endParaRPr b="0" lang="en-US" sz="1800" spc="-1" strike="noStrike">
                        <a:latin typeface="Arial"/>
                      </a:endParaRPr>
                    </a:p>
                  </a:txBody>
                  <a:tcPr anchor="t" marL="90000" marR="90000">
                    <a:lnL w="10800">
                      <a:solidFill>
                        <a:srgbClr val="ffffff"/>
                      </a:solidFill>
                    </a:lnL>
                    <a:lnR w="10800">
                      <a:solidFill>
                        <a:srgbClr val="ffffff"/>
                      </a:solidFill>
                    </a:lnR>
                    <a:lnT w="10800">
                      <a:solidFill>
                        <a:srgbClr val="ffffff"/>
                      </a:solidFill>
                    </a:lnT>
                    <a:lnB w="10800">
                      <a:solidFill>
                        <a:srgbClr val="ffffff"/>
                      </a:solidFill>
                    </a:lnB>
                    <a:solidFill>
                      <a:srgbClr val="000000"/>
                    </a:solidFill>
                  </a:tcPr>
                </a:tc>
                <a:tc>
                  <a:txBody>
                    <a:bodyPr lIns="90000" rIns="90000" anchor="t">
                      <a:noAutofit/>
                    </a:bodyPr>
                    <a:p>
                      <a:pPr>
                        <a:lnSpc>
                          <a:spcPct val="100000"/>
                        </a:lnSpc>
                        <a:buNone/>
                      </a:pPr>
                      <a:r>
                        <a:rPr b="0" lang="en-US" sz="1800" spc="-1" strike="noStrike">
                          <a:solidFill>
                            <a:srgbClr val="3f51b5"/>
                          </a:solidFill>
                          <a:latin typeface="Nimbus Roman"/>
                        </a:rPr>
                        <a:t> </a:t>
                      </a:r>
                      <a:r>
                        <a:rPr b="0" lang="en-US" sz="1800" spc="-1" strike="noStrike">
                          <a:solidFill>
                            <a:srgbClr val="3f51b5"/>
                          </a:solidFill>
                          <a:latin typeface="Nimbus Roman"/>
                        </a:rPr>
                        <a:t>22234103220</a:t>
                      </a:r>
                      <a:endParaRPr b="0" lang="en-US" sz="1800" spc="-1" strike="noStrike">
                        <a:latin typeface="Arial"/>
                      </a:endParaRPr>
                    </a:p>
                  </a:txBody>
                  <a:tcPr anchor="t" marL="90000" marR="90000">
                    <a:lnL w="10800">
                      <a:solidFill>
                        <a:srgbClr val="ffffff"/>
                      </a:solidFill>
                    </a:lnL>
                    <a:lnR w="720">
                      <a:solidFill>
                        <a:srgbClr val="ffffff"/>
                      </a:solidFill>
                    </a:lnR>
                    <a:lnT w="720">
                      <a:solidFill>
                        <a:srgbClr val="ffffff"/>
                      </a:solidFill>
                    </a:lnT>
                    <a:lnB w="720">
                      <a:solidFill>
                        <a:srgbClr val="ffffff"/>
                      </a:solidFill>
                    </a:lnB>
                    <a:solidFill>
                      <a:srgbClr val="000000"/>
                    </a:solidFill>
                  </a:tcPr>
                </a:tc>
              </a:tr>
              <a:tr h="419040">
                <a:tc>
                  <a:txBody>
                    <a:bodyPr lIns="90000" rIns="90000" anchor="t">
                      <a:noAutofit/>
                    </a:bodyPr>
                    <a:p>
                      <a:pPr>
                        <a:lnSpc>
                          <a:spcPct val="100000"/>
                        </a:lnSpc>
                        <a:buNone/>
                      </a:pPr>
                      <a:r>
                        <a:rPr b="0" lang="en-US" sz="1800" spc="-1" strike="noStrike">
                          <a:solidFill>
                            <a:srgbClr val="fafafa"/>
                          </a:solidFill>
                          <a:latin typeface="Nimbus Roman"/>
                        </a:rPr>
                        <a:t> </a:t>
                      </a:r>
                      <a:r>
                        <a:rPr b="0" lang="en-US" sz="1800" spc="-1" strike="noStrike">
                          <a:solidFill>
                            <a:srgbClr val="fafafa"/>
                          </a:solidFill>
                          <a:latin typeface="Nimbus Roman"/>
                        </a:rPr>
                        <a:t>Imran Hasan Shanto</a:t>
                      </a:r>
                      <a:endParaRPr b="0" lang="en-US" sz="1800" spc="-1" strike="noStrike">
                        <a:latin typeface="Arial"/>
                      </a:endParaRPr>
                    </a:p>
                  </a:txBody>
                  <a:tcPr anchor="t" marL="90000" marR="90000">
                    <a:lnL w="720">
                      <a:solidFill>
                        <a:srgbClr val="ffffff"/>
                      </a:solidFill>
                    </a:lnL>
                    <a:lnR w="720">
                      <a:solidFill>
                        <a:srgbClr val="ffffff"/>
                      </a:solidFill>
                    </a:lnR>
                    <a:lnT w="10800">
                      <a:solidFill>
                        <a:srgbClr val="ffffff"/>
                      </a:solidFill>
                    </a:lnT>
                    <a:lnB w="720">
                      <a:solidFill>
                        <a:srgbClr val="ffffff"/>
                      </a:solidFill>
                    </a:lnB>
                    <a:solidFill>
                      <a:srgbClr val="000000"/>
                    </a:solidFill>
                  </a:tcPr>
                </a:tc>
                <a:tc>
                  <a:txBody>
                    <a:bodyPr lIns="90000" rIns="90000" anchor="t">
                      <a:noAutofit/>
                    </a:bodyPr>
                    <a:p>
                      <a:pPr>
                        <a:lnSpc>
                          <a:spcPct val="100000"/>
                        </a:lnSpc>
                        <a:buNone/>
                      </a:pPr>
                      <a:r>
                        <a:rPr b="0" lang="en-US" sz="1800" spc="-1" strike="noStrike">
                          <a:solidFill>
                            <a:srgbClr val="3f51b5"/>
                          </a:solidFill>
                          <a:latin typeface="Nimbus Roman"/>
                        </a:rPr>
                        <a:t> </a:t>
                      </a:r>
                      <a:r>
                        <a:rPr b="0" lang="en-US" sz="1800" spc="-1" strike="noStrike">
                          <a:solidFill>
                            <a:srgbClr val="3f51b5"/>
                          </a:solidFill>
                          <a:latin typeface="Nimbus Roman"/>
                        </a:rPr>
                        <a:t>22234103400</a:t>
                      </a:r>
                      <a:endParaRPr b="0" lang="en-US" sz="18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000000"/>
                    </a:solidFill>
                  </a:tcPr>
                </a:tc>
              </a:tr>
              <a:tr h="419400">
                <a:tc>
                  <a:txBody>
                    <a:bodyPr lIns="90000" rIns="90000" anchor="t">
                      <a:noAutofit/>
                    </a:bodyPr>
                    <a:p>
                      <a:pPr>
                        <a:lnSpc>
                          <a:spcPct val="100000"/>
                        </a:lnSpc>
                        <a:buNone/>
                      </a:pPr>
                      <a:r>
                        <a:rPr b="0" lang="en-US" sz="1800" spc="-1" strike="noStrike">
                          <a:solidFill>
                            <a:srgbClr val="fafafa"/>
                          </a:solidFill>
                          <a:latin typeface="Nimbus Roman"/>
                        </a:rPr>
                        <a:t> </a:t>
                      </a:r>
                      <a:r>
                        <a:rPr b="0" lang="en-US" sz="1800" spc="-1" strike="noStrike">
                          <a:solidFill>
                            <a:srgbClr val="fafafa"/>
                          </a:solidFill>
                          <a:latin typeface="Nimbus Roman"/>
                        </a:rPr>
                        <a:t>Md. Maharab Hosen</a:t>
                      </a:r>
                      <a:endParaRPr b="0" lang="en-US" sz="18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000000"/>
                    </a:solidFill>
                  </a:tcPr>
                </a:tc>
                <a:tc>
                  <a:txBody>
                    <a:bodyPr lIns="90000" rIns="90000" anchor="t">
                      <a:noAutofit/>
                    </a:bodyPr>
                    <a:p>
                      <a:pPr>
                        <a:lnSpc>
                          <a:spcPct val="100000"/>
                        </a:lnSpc>
                        <a:buNone/>
                      </a:pPr>
                      <a:r>
                        <a:rPr b="0" lang="en-US" sz="1800" spc="-1" strike="noStrike">
                          <a:solidFill>
                            <a:srgbClr val="3f51b5"/>
                          </a:solidFill>
                          <a:latin typeface="Nimbus Roman"/>
                        </a:rPr>
                        <a:t> </a:t>
                      </a:r>
                      <a:r>
                        <a:rPr b="0" lang="en-US" sz="1800" spc="-1" strike="noStrike">
                          <a:solidFill>
                            <a:srgbClr val="3f51b5"/>
                          </a:solidFill>
                          <a:latin typeface="Nimbus Roman"/>
                        </a:rPr>
                        <a:t>22234103222</a:t>
                      </a:r>
                      <a:endParaRPr b="0" lang="en-US" sz="18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000000"/>
                    </a:solidFill>
                  </a:tcPr>
                </a:tc>
              </a:tr>
            </a:tbl>
          </a:graphicData>
        </a:graphic>
      </p:graphicFrame>
      <p:sp>
        <p:nvSpPr>
          <p:cNvPr id="137" name=""/>
          <p:cNvSpPr/>
          <p:nvPr/>
        </p:nvSpPr>
        <p:spPr>
          <a:xfrm>
            <a:off x="5028840" y="3657240"/>
            <a:ext cx="455760" cy="455760"/>
          </a:xfrm>
          <a:prstGeom prst="smileyFace">
            <a:avLst>
              <a:gd name="adj" fmla="val 9282"/>
            </a:avLst>
          </a:prstGeom>
          <a:solidFill>
            <a:srgbClr val="729fcf"/>
          </a:solidFill>
          <a:ln w="0">
            <a:solidFill>
              <a:srgbClr val="3465a4"/>
            </a:solidFill>
          </a:ln>
        </p:spPr>
        <p:style>
          <a:lnRef idx="0"/>
          <a:fillRef idx="0"/>
          <a:effectRef idx="0"/>
          <a:fontRef idx="minor"/>
        </p:style>
      </p:sp>
      <p:sp>
        <p:nvSpPr>
          <p:cNvPr id="138" name=""/>
          <p:cNvSpPr/>
          <p:nvPr/>
        </p:nvSpPr>
        <p:spPr>
          <a:xfrm>
            <a:off x="456840" y="3657240"/>
            <a:ext cx="455760" cy="455760"/>
          </a:xfrm>
          <a:prstGeom prst="sun">
            <a:avLst>
              <a:gd name="adj" fmla="val 25000"/>
            </a:avLst>
          </a:prstGeom>
          <a:solidFill>
            <a:srgbClr val="729fcf"/>
          </a:solidFill>
          <a:ln w="0">
            <a:solidFill>
              <a:srgbClr val="3465a4"/>
            </a:solidFill>
          </a:ln>
        </p:spPr>
        <p:style>
          <a:lnRef idx="0"/>
          <a:fillRef idx="0"/>
          <a:effectRef idx="0"/>
          <a:fontRef idx="minor"/>
        </p:style>
      </p:sp>
      <p:graphicFrame>
        <p:nvGraphicFramePr>
          <p:cNvPr id="139" name=""/>
          <p:cNvGraphicFramePr/>
          <p:nvPr/>
        </p:nvGraphicFramePr>
        <p:xfrm>
          <a:off x="456840" y="228240"/>
          <a:ext cx="5224680" cy="349560"/>
        </p:xfrm>
        <a:graphic>
          <a:graphicData uri="http://schemas.openxmlformats.org/drawingml/2006/table">
            <a:tbl>
              <a:tblPr/>
              <a:tblGrid>
                <a:gridCol w="2611080"/>
                <a:gridCol w="2613960"/>
              </a:tblGrid>
              <a:tr h="349920">
                <a:tc>
                  <a:txBody>
                    <a:bodyPr lIns="90000" rIns="90000" anchor="t">
                      <a:noAutofit/>
                    </a:bodyPr>
                    <a:p>
                      <a:pPr>
                        <a:lnSpc>
                          <a:spcPct val="100000"/>
                        </a:lnSpc>
                        <a:buNone/>
                      </a:pPr>
                      <a:r>
                        <a:rPr b="0" lang="en-US" sz="1800" spc="-1" strike="noStrike">
                          <a:solidFill>
                            <a:srgbClr val="000000"/>
                          </a:solidFill>
                          <a:latin typeface="Arial"/>
                        </a:rPr>
                        <a:t>           </a:t>
                      </a:r>
                      <a:r>
                        <a:rPr b="0" lang="en-US" sz="1800" spc="-1" strike="noStrike">
                          <a:solidFill>
                            <a:srgbClr val="000000"/>
                          </a:solidFill>
                          <a:latin typeface="Arial"/>
                        </a:rPr>
                        <a:t>Name</a:t>
                      </a:r>
                      <a:endParaRPr b="0" lang="en-US" sz="18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c>
                  <a:txBody>
                    <a:bodyPr lIns="90000" rIns="90000" anchor="t">
                      <a:noAutofit/>
                    </a:bodyPr>
                    <a:p>
                      <a:pPr>
                        <a:lnSpc>
                          <a:spcPct val="100000"/>
                        </a:lnSpc>
                        <a:buNone/>
                      </a:pPr>
                      <a:r>
                        <a:rPr b="0" lang="en-US" sz="1800" spc="-1" strike="noStrike">
                          <a:latin typeface="Arial"/>
                        </a:rPr>
                        <a:t>              </a:t>
                      </a:r>
                      <a:r>
                        <a:rPr b="0" lang="en-US" sz="1800" spc="-1" strike="noStrike">
                          <a:latin typeface="Arial"/>
                        </a:rPr>
                        <a:t>ID</a:t>
                      </a:r>
                      <a:endParaRPr b="0" lang="en-US" sz="18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r>
            </a:tbl>
          </a:graphicData>
        </a:graphic>
      </p:graphicFrame>
      <p:sp>
        <p:nvSpPr>
          <p:cNvPr id="140" name=""/>
          <p:cNvSpPr/>
          <p:nvPr/>
        </p:nvSpPr>
        <p:spPr>
          <a:xfrm>
            <a:off x="1144080" y="3657240"/>
            <a:ext cx="3656160" cy="455760"/>
          </a:xfrm>
          <a:prstGeom prst="rect">
            <a:avLst/>
          </a:prstGeom>
          <a:solidFill>
            <a:srgbClr val="bdbdbd"/>
          </a:solidFill>
          <a:ln w="0">
            <a:solidFill>
              <a:srgbClr val="cccccc"/>
            </a:solidFill>
          </a:ln>
        </p:spPr>
        <p:style>
          <a:lnRef idx="0"/>
          <a:fillRef idx="0"/>
          <a:effectRef idx="0"/>
          <a:fontRef idx="minor"/>
        </p:style>
        <p:txBody>
          <a:bodyPr wrap="none" lIns="0" rIns="0" tIns="0" bIns="0" anchor="ctr">
            <a:noAutofit/>
          </a:bodyPr>
          <a:p>
            <a:pPr algn="ctr">
              <a:lnSpc>
                <a:spcPct val="100000"/>
              </a:lnSpc>
              <a:buNone/>
            </a:pPr>
            <a:r>
              <a:rPr b="0" lang="en-US" sz="2400" spc="-1" strike="noStrike">
                <a:solidFill>
                  <a:srgbClr val="000000"/>
                </a:solidFill>
                <a:latin typeface="Nimbus Roman"/>
                <a:ea typeface="DejaVu Sans"/>
              </a:rPr>
              <a:t>Welcome</a:t>
            </a:r>
            <a:endParaRPr b="0" lang="en-US" sz="2400" spc="-1" strike="noStrike">
              <a:latin typeface="Arial"/>
            </a:endParaRPr>
          </a:p>
        </p:txBody>
      </p:sp>
    </p:spTree>
  </p:cSld>
  <mc:AlternateContent>
    <mc:Choice Requires="p14">
      <p:transition spd="slow" p14:dur="2000">
        <p:randomBar dir="vert"/>
      </p:transition>
    </mc:Choice>
    <mc:Fallback>
      <p:transition spd="slow">
        <p:randomBar dir="vert"/>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1" name="PlaceHolder 1"/>
          <p:cNvSpPr>
            <a:spLocks noGrp="1"/>
          </p:cNvSpPr>
          <p:nvPr>
            <p:ph type="title"/>
          </p:nvPr>
        </p:nvSpPr>
        <p:spPr>
          <a:xfrm>
            <a:off x="455400" y="2227680"/>
            <a:ext cx="5365800" cy="1108800"/>
          </a:xfrm>
          <a:prstGeom prst="rect">
            <a:avLst/>
          </a:prstGeom>
          <a:noFill/>
          <a:ln w="0">
            <a:noFill/>
          </a:ln>
        </p:spPr>
        <p:txBody>
          <a:bodyPr lIns="60840" rIns="30240" tIns="0" bIns="0" anchor="t">
            <a:noAutofit/>
          </a:bodyPr>
          <a:p>
            <a:pPr algn="ctr">
              <a:buNone/>
            </a:pPr>
            <a:endParaRPr b="0" lang="en-US" sz="4400" spc="-1" strike="noStrike">
              <a:latin typeface="Arial"/>
            </a:endParaRPr>
          </a:p>
        </p:txBody>
      </p:sp>
      <p:sp>
        <p:nvSpPr>
          <p:cNvPr id="142" name="PlaceHolder 2"/>
          <p:cNvSpPr>
            <a:spLocks noGrp="1"/>
          </p:cNvSpPr>
          <p:nvPr>
            <p:ph type="subTitle"/>
          </p:nvPr>
        </p:nvSpPr>
        <p:spPr>
          <a:xfrm>
            <a:off x="455400" y="1213920"/>
            <a:ext cx="5365800" cy="993240"/>
          </a:xfrm>
          <a:prstGeom prst="rect">
            <a:avLst/>
          </a:prstGeom>
          <a:noFill/>
          <a:ln w="0">
            <a:noFill/>
          </a:ln>
        </p:spPr>
        <p:txBody>
          <a:bodyPr lIns="78840" rIns="30240" tIns="0" bIns="0" anchor="b">
            <a:noAutofit/>
          </a:bodyPr>
          <a:p>
            <a:pPr algn="ctr">
              <a:buNone/>
            </a:pPr>
            <a:endParaRPr b="0" lang="en-US" sz="3200" spc="-1" strike="noStrike">
              <a:latin typeface="Arial"/>
            </a:endParaRPr>
          </a:p>
        </p:txBody>
      </p:sp>
      <p:pic>
        <p:nvPicPr>
          <p:cNvPr id="143" name="Picture 3" descr="image.jpg"/>
          <p:cNvPicPr/>
          <p:nvPr/>
        </p:nvPicPr>
        <p:blipFill>
          <a:blip r:embed="rId1"/>
          <a:stretch/>
        </p:blipFill>
        <p:spPr>
          <a:xfrm>
            <a:off x="0" y="0"/>
            <a:ext cx="6074640" cy="4550760"/>
          </a:xfrm>
          <a:prstGeom prst="rect">
            <a:avLst/>
          </a:prstGeom>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 name="PlaceHolder 1"/>
          <p:cNvSpPr>
            <a:spLocks noGrp="1"/>
          </p:cNvSpPr>
          <p:nvPr>
            <p:ph type="title"/>
          </p:nvPr>
        </p:nvSpPr>
        <p:spPr>
          <a:xfrm>
            <a:off x="455400" y="2227680"/>
            <a:ext cx="5365800" cy="1108800"/>
          </a:xfrm>
          <a:prstGeom prst="rect">
            <a:avLst/>
          </a:prstGeom>
          <a:noFill/>
          <a:ln w="0">
            <a:noFill/>
          </a:ln>
        </p:spPr>
        <p:txBody>
          <a:bodyPr lIns="60840" rIns="30240" tIns="0" bIns="0" anchor="t">
            <a:noAutofit/>
          </a:bodyPr>
          <a:p>
            <a:pPr algn="ctr">
              <a:buNone/>
            </a:pPr>
            <a:endParaRPr b="0" lang="en-US" sz="4400" spc="-1" strike="noStrike">
              <a:latin typeface="Arial"/>
            </a:endParaRPr>
          </a:p>
        </p:txBody>
      </p:sp>
      <p:sp>
        <p:nvSpPr>
          <p:cNvPr id="145" name="PlaceHolder 2"/>
          <p:cNvSpPr>
            <a:spLocks noGrp="1"/>
          </p:cNvSpPr>
          <p:nvPr>
            <p:ph type="subTitle"/>
          </p:nvPr>
        </p:nvSpPr>
        <p:spPr>
          <a:xfrm>
            <a:off x="455400" y="1213920"/>
            <a:ext cx="5365800" cy="993240"/>
          </a:xfrm>
          <a:prstGeom prst="rect">
            <a:avLst/>
          </a:prstGeom>
          <a:noFill/>
          <a:ln w="0">
            <a:noFill/>
          </a:ln>
        </p:spPr>
        <p:txBody>
          <a:bodyPr lIns="78840" rIns="30240" tIns="0" bIns="0" anchor="b">
            <a:noAutofit/>
          </a:bodyPr>
          <a:p>
            <a:pPr algn="ctr">
              <a:buNone/>
            </a:pPr>
            <a:endParaRPr b="0" lang="en-US" sz="3200" spc="-1" strike="noStrike">
              <a:latin typeface="Arial"/>
            </a:endParaRPr>
          </a:p>
        </p:txBody>
      </p:sp>
      <p:pic>
        <p:nvPicPr>
          <p:cNvPr id="146" name="Picture 3" descr="image.jpg"/>
          <p:cNvPicPr/>
          <p:nvPr/>
        </p:nvPicPr>
        <p:blipFill>
          <a:blip r:embed="rId1"/>
          <a:stretch/>
        </p:blipFill>
        <p:spPr>
          <a:xfrm>
            <a:off x="0" y="0"/>
            <a:ext cx="6074640" cy="4550760"/>
          </a:xfrm>
          <a:prstGeom prst="rect">
            <a:avLst/>
          </a:prstGeom>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 name="PlaceHolder 1"/>
          <p:cNvSpPr>
            <a:spLocks noGrp="1"/>
          </p:cNvSpPr>
          <p:nvPr>
            <p:ph type="title"/>
          </p:nvPr>
        </p:nvSpPr>
        <p:spPr>
          <a:xfrm>
            <a:off x="455400" y="2227680"/>
            <a:ext cx="5365800" cy="1108800"/>
          </a:xfrm>
          <a:prstGeom prst="rect">
            <a:avLst/>
          </a:prstGeom>
          <a:noFill/>
          <a:ln w="0">
            <a:noFill/>
          </a:ln>
        </p:spPr>
        <p:txBody>
          <a:bodyPr lIns="60840" rIns="30240" tIns="0" bIns="0" anchor="t">
            <a:noAutofit/>
          </a:bodyPr>
          <a:p>
            <a:pPr algn="ctr">
              <a:buNone/>
            </a:pPr>
            <a:endParaRPr b="0" lang="en-US" sz="4400" spc="-1" strike="noStrike">
              <a:latin typeface="Arial"/>
            </a:endParaRPr>
          </a:p>
        </p:txBody>
      </p:sp>
      <p:sp>
        <p:nvSpPr>
          <p:cNvPr id="148" name="PlaceHolder 2"/>
          <p:cNvSpPr>
            <a:spLocks noGrp="1"/>
          </p:cNvSpPr>
          <p:nvPr>
            <p:ph type="subTitle"/>
          </p:nvPr>
        </p:nvSpPr>
        <p:spPr>
          <a:xfrm>
            <a:off x="455400" y="1213920"/>
            <a:ext cx="5365800" cy="993240"/>
          </a:xfrm>
          <a:prstGeom prst="rect">
            <a:avLst/>
          </a:prstGeom>
          <a:noFill/>
          <a:ln w="0">
            <a:noFill/>
          </a:ln>
        </p:spPr>
        <p:txBody>
          <a:bodyPr lIns="78840" rIns="30240" tIns="0" bIns="0" anchor="b">
            <a:noAutofit/>
          </a:bodyPr>
          <a:p>
            <a:pPr algn="ctr">
              <a:buNone/>
            </a:pPr>
            <a:endParaRPr b="0" lang="en-US" sz="3200" spc="-1" strike="noStrike">
              <a:latin typeface="Arial"/>
            </a:endParaRPr>
          </a:p>
        </p:txBody>
      </p:sp>
      <p:pic>
        <p:nvPicPr>
          <p:cNvPr id="149" name="Picture 3" descr="image.jpg"/>
          <p:cNvPicPr/>
          <p:nvPr/>
        </p:nvPicPr>
        <p:blipFill>
          <a:blip r:embed="rId1"/>
          <a:stretch/>
        </p:blipFill>
        <p:spPr>
          <a:xfrm>
            <a:off x="0" y="0"/>
            <a:ext cx="6074640" cy="4550760"/>
          </a:xfrm>
          <a:prstGeom prst="rect">
            <a:avLst/>
          </a:prstGeom>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150" name="" descr=""/>
          <p:cNvPicPr/>
          <p:nvPr/>
        </p:nvPicPr>
        <p:blipFill>
          <a:blip r:embed="rId1"/>
          <a:stretch/>
        </p:blipFill>
        <p:spPr>
          <a:xfrm>
            <a:off x="9360" y="24120"/>
            <a:ext cx="6076440" cy="4507560"/>
          </a:xfrm>
          <a:prstGeom prst="rect">
            <a:avLst/>
          </a:prstGeom>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 name="Rectangle 1"/>
          <p:cNvSpPr/>
          <p:nvPr/>
        </p:nvSpPr>
        <p:spPr>
          <a:xfrm>
            <a:off x="360" y="360"/>
            <a:ext cx="6074640" cy="4550760"/>
          </a:xfrm>
          <a:prstGeom prst="rect">
            <a:avLst/>
          </a:prstGeom>
          <a:solidFill>
            <a:srgbClr val="969696"/>
          </a:solidFill>
          <a:ln>
            <a:solidFill>
              <a:srgbClr val="6e6e6e"/>
            </a:solidFill>
            <a:round/>
          </a:ln>
        </p:spPr>
        <p:style>
          <a:lnRef idx="2">
            <a:schemeClr val="accent3">
              <a:shade val="50000"/>
            </a:schemeClr>
          </a:lnRef>
          <a:fillRef idx="1">
            <a:schemeClr val="accent3"/>
          </a:fillRef>
          <a:effectRef idx="0">
            <a:schemeClr val="accent3"/>
          </a:effectRef>
          <a:fontRef idx="minor"/>
        </p:style>
      </p:sp>
      <p:sp>
        <p:nvSpPr>
          <p:cNvPr id="152" name="Rectangle 2"/>
          <p:cNvSpPr/>
          <p:nvPr/>
        </p:nvSpPr>
        <p:spPr>
          <a:xfrm>
            <a:off x="1612080" y="216000"/>
            <a:ext cx="3416760" cy="479520"/>
          </a:xfrm>
          <a:prstGeom prst="rect">
            <a:avLst/>
          </a:prstGeom>
          <a:solidFill>
            <a:srgbClr val="dddddd"/>
          </a:solidFill>
          <a:ln>
            <a:solidFill>
              <a:srgbClr val="a3a3a3"/>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buNone/>
            </a:pPr>
            <a:r>
              <a:rPr b="0" lang="en-US" sz="1800" spc="-1" strike="noStrike">
                <a:solidFill>
                  <a:srgbClr val="000000"/>
                </a:solidFill>
                <a:latin typeface="Corbel"/>
                <a:ea typeface="DejaVu Sans"/>
              </a:rPr>
              <a:t>Friends Cafe RESTAURANT</a:t>
            </a:r>
            <a:endParaRPr b="0" lang="en-US" sz="1800" spc="-1" strike="noStrike">
              <a:latin typeface="Arial"/>
            </a:endParaRPr>
          </a:p>
        </p:txBody>
      </p:sp>
      <p:sp>
        <p:nvSpPr>
          <p:cNvPr id="153" name="Rectangle 5"/>
          <p:cNvSpPr/>
          <p:nvPr/>
        </p:nvSpPr>
        <p:spPr>
          <a:xfrm>
            <a:off x="1022040" y="1137960"/>
            <a:ext cx="1787400" cy="367200"/>
          </a:xfrm>
          <a:prstGeom prst="rect">
            <a:avLst/>
          </a:prstGeom>
          <a:solidFill>
            <a:srgbClr val="dddddd"/>
          </a:solidFill>
          <a:ln>
            <a:solidFill>
              <a:srgbClr val="a3a3a3"/>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nSpc>
                <a:spcPct val="100000"/>
              </a:lnSpc>
              <a:buNone/>
            </a:pPr>
            <a:r>
              <a:rPr b="0" lang="en-US" sz="1600" spc="-1" strike="noStrike">
                <a:solidFill>
                  <a:srgbClr val="000000"/>
                </a:solidFill>
                <a:latin typeface="Corbel"/>
                <a:ea typeface="DejaVu Sans"/>
              </a:rPr>
              <a:t>Your  Choice:</a:t>
            </a:r>
            <a:endParaRPr b="0" lang="en-US" sz="1600" spc="-1" strike="noStrike">
              <a:latin typeface="Arial"/>
            </a:endParaRPr>
          </a:p>
        </p:txBody>
      </p:sp>
      <p:sp>
        <p:nvSpPr>
          <p:cNvPr id="154" name="Rectangle 6"/>
          <p:cNvSpPr/>
          <p:nvPr/>
        </p:nvSpPr>
        <p:spPr>
          <a:xfrm>
            <a:off x="1041840" y="2202120"/>
            <a:ext cx="2495160" cy="381240"/>
          </a:xfrm>
          <a:prstGeom prst="rect">
            <a:avLst/>
          </a:prstGeom>
          <a:solidFill>
            <a:srgbClr val="dddddd"/>
          </a:solidFill>
          <a:ln>
            <a:solidFill>
              <a:srgbClr val="a3a3a3"/>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nSpc>
                <a:spcPct val="100000"/>
              </a:lnSpc>
              <a:buNone/>
            </a:pPr>
            <a:r>
              <a:rPr b="0" lang="en-US" sz="1800" spc="-1" strike="noStrike">
                <a:solidFill>
                  <a:srgbClr val="000000"/>
                </a:solidFill>
                <a:latin typeface="Corbel"/>
                <a:ea typeface="DejaVu Sans"/>
              </a:rPr>
              <a:t>2. Show all Invoices</a:t>
            </a:r>
            <a:endParaRPr b="0" lang="en-US" sz="1800" spc="-1" strike="noStrike">
              <a:latin typeface="Arial"/>
            </a:endParaRPr>
          </a:p>
        </p:txBody>
      </p:sp>
      <p:sp>
        <p:nvSpPr>
          <p:cNvPr id="155" name="Rectangle 8"/>
          <p:cNvSpPr/>
          <p:nvPr/>
        </p:nvSpPr>
        <p:spPr>
          <a:xfrm>
            <a:off x="1022040" y="2737800"/>
            <a:ext cx="2495160" cy="381240"/>
          </a:xfrm>
          <a:prstGeom prst="rect">
            <a:avLst/>
          </a:prstGeom>
          <a:solidFill>
            <a:srgbClr val="dddddd"/>
          </a:solidFill>
          <a:ln>
            <a:solidFill>
              <a:srgbClr val="a3a3a3"/>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nSpc>
                <a:spcPct val="100000"/>
              </a:lnSpc>
              <a:buNone/>
            </a:pPr>
            <a:r>
              <a:rPr b="0" lang="en-US" sz="1800" spc="-1" strike="noStrike">
                <a:solidFill>
                  <a:srgbClr val="000000"/>
                </a:solidFill>
                <a:latin typeface="Corbel"/>
                <a:ea typeface="DejaVu Sans"/>
              </a:rPr>
              <a:t>3. Search Invoice</a:t>
            </a:r>
            <a:endParaRPr b="0" lang="en-US" sz="1800" spc="-1" strike="noStrike">
              <a:latin typeface="Arial"/>
            </a:endParaRPr>
          </a:p>
        </p:txBody>
      </p:sp>
      <p:sp>
        <p:nvSpPr>
          <p:cNvPr id="156" name="Rectangle 9"/>
          <p:cNvSpPr/>
          <p:nvPr/>
        </p:nvSpPr>
        <p:spPr>
          <a:xfrm>
            <a:off x="1041840" y="3322800"/>
            <a:ext cx="2495160" cy="381240"/>
          </a:xfrm>
          <a:prstGeom prst="rect">
            <a:avLst/>
          </a:prstGeom>
          <a:solidFill>
            <a:srgbClr val="dddddd"/>
          </a:solidFill>
          <a:ln>
            <a:solidFill>
              <a:srgbClr val="a3a3a3"/>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nSpc>
                <a:spcPct val="100000"/>
              </a:lnSpc>
              <a:buNone/>
            </a:pPr>
            <a:r>
              <a:rPr b="0" lang="en-US" sz="1800" spc="-1" strike="noStrike">
                <a:solidFill>
                  <a:srgbClr val="000000"/>
                </a:solidFill>
                <a:latin typeface="Corbel"/>
                <a:ea typeface="DejaVu Sans"/>
              </a:rPr>
              <a:t>4. Exit</a:t>
            </a:r>
            <a:endParaRPr b="0" lang="en-US" sz="1800" spc="-1" strike="noStrike">
              <a:latin typeface="Arial"/>
            </a:endParaRPr>
          </a:p>
        </p:txBody>
      </p:sp>
      <p:sp>
        <p:nvSpPr>
          <p:cNvPr id="157" name="Rectangle 11"/>
          <p:cNvSpPr/>
          <p:nvPr/>
        </p:nvSpPr>
        <p:spPr>
          <a:xfrm>
            <a:off x="1041840" y="1671120"/>
            <a:ext cx="2495160" cy="381240"/>
          </a:xfrm>
          <a:prstGeom prst="rect">
            <a:avLst/>
          </a:prstGeom>
          <a:solidFill>
            <a:srgbClr val="dddddd"/>
          </a:solidFill>
          <a:ln>
            <a:solidFill>
              <a:srgbClr val="a3a3a3"/>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nSpc>
                <a:spcPct val="100000"/>
              </a:lnSpc>
              <a:buNone/>
            </a:pPr>
            <a:r>
              <a:rPr b="0" lang="en-US" sz="1800" spc="-1" strike="noStrike">
                <a:solidFill>
                  <a:srgbClr val="000000"/>
                </a:solidFill>
                <a:latin typeface="Corbel"/>
                <a:ea typeface="DejaVu Sans"/>
              </a:rPr>
              <a:t>1. Generate Invoice</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8" name="Rectangle 1"/>
          <p:cNvSpPr/>
          <p:nvPr/>
        </p:nvSpPr>
        <p:spPr>
          <a:xfrm>
            <a:off x="1800" y="1800"/>
            <a:ext cx="6074640" cy="4550760"/>
          </a:xfrm>
          <a:prstGeom prst="rect">
            <a:avLst/>
          </a:prstGeom>
          <a:solidFill>
            <a:srgbClr val="b2b2b2"/>
          </a:solidFill>
          <a:ln>
            <a:solidFill>
              <a:srgbClr val="838383"/>
            </a:solidFill>
            <a:round/>
          </a:ln>
        </p:spPr>
        <p:style>
          <a:lnRef idx="2">
            <a:schemeClr val="accent2">
              <a:shade val="50000"/>
            </a:schemeClr>
          </a:lnRef>
          <a:fillRef idx="1">
            <a:schemeClr val="accent2"/>
          </a:fillRef>
          <a:effectRef idx="0">
            <a:schemeClr val="accent2"/>
          </a:effectRef>
          <a:fontRef idx="minor"/>
        </p:style>
      </p:sp>
      <p:sp>
        <p:nvSpPr>
          <p:cNvPr id="159" name="Rectangle 2"/>
          <p:cNvSpPr/>
          <p:nvPr/>
        </p:nvSpPr>
        <p:spPr>
          <a:xfrm>
            <a:off x="1572840" y="953280"/>
            <a:ext cx="2465640" cy="410760"/>
          </a:xfrm>
          <a:prstGeom prst="rect">
            <a:avLst/>
          </a:prstGeom>
          <a:solidFill>
            <a:srgbClr val="dddddd"/>
          </a:solidFill>
          <a:ln>
            <a:solidFill>
              <a:srgbClr val="a3a3a3"/>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buNone/>
            </a:pPr>
            <a:r>
              <a:rPr b="0" lang="en-US" sz="1800" spc="-1" strike="noStrike">
                <a:solidFill>
                  <a:srgbClr val="000000"/>
                </a:solidFill>
                <a:latin typeface="Corbel"/>
                <a:ea typeface="DejaVu Sans"/>
              </a:rPr>
              <a:t> </a:t>
            </a:r>
            <a:r>
              <a:rPr b="0" lang="en-US" sz="1800" spc="-1" strike="noStrike">
                <a:solidFill>
                  <a:srgbClr val="000000"/>
                </a:solidFill>
                <a:latin typeface="Corbel"/>
                <a:ea typeface="DejaVu Sans"/>
              </a:rPr>
              <a:t>Customer Name:</a:t>
            </a:r>
            <a:endParaRPr b="0" lang="en-US" sz="1800" spc="-1" strike="noStrike">
              <a:latin typeface="Arial"/>
            </a:endParaRPr>
          </a:p>
        </p:txBody>
      </p:sp>
      <p:sp>
        <p:nvSpPr>
          <p:cNvPr id="160" name="Rectangle 3"/>
          <p:cNvSpPr/>
          <p:nvPr/>
        </p:nvSpPr>
        <p:spPr>
          <a:xfrm>
            <a:off x="943920" y="1588680"/>
            <a:ext cx="1798920" cy="420480"/>
          </a:xfrm>
          <a:prstGeom prst="rect">
            <a:avLst/>
          </a:prstGeom>
          <a:solidFill>
            <a:srgbClr val="dddddd"/>
          </a:solidFill>
          <a:ln>
            <a:solidFill>
              <a:srgbClr val="a3a3a3"/>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nSpc>
                <a:spcPct val="100000"/>
              </a:lnSpc>
              <a:buNone/>
            </a:pPr>
            <a:r>
              <a:rPr b="0" lang="en-US" sz="1400" spc="-1" strike="noStrike">
                <a:solidFill>
                  <a:srgbClr val="000000"/>
                </a:solidFill>
                <a:latin typeface="Corbel"/>
                <a:ea typeface="DejaVu Sans"/>
              </a:rPr>
              <a:t>Number Of Items:</a:t>
            </a:r>
            <a:endParaRPr b="0" lang="en-US" sz="1400" spc="-1" strike="noStrike">
              <a:latin typeface="Arial"/>
            </a:endParaRPr>
          </a:p>
        </p:txBody>
      </p:sp>
      <p:sp>
        <p:nvSpPr>
          <p:cNvPr id="161" name="Rectangle 6"/>
          <p:cNvSpPr/>
          <p:nvPr/>
        </p:nvSpPr>
        <p:spPr>
          <a:xfrm>
            <a:off x="914400" y="2057400"/>
            <a:ext cx="1828440" cy="456840"/>
          </a:xfrm>
          <a:prstGeom prst="rect">
            <a:avLst/>
          </a:prstGeom>
          <a:solidFill>
            <a:srgbClr val="dddddd"/>
          </a:solidFill>
          <a:ln>
            <a:solidFill>
              <a:srgbClr val="a3a3a3"/>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nSpc>
                <a:spcPct val="100000"/>
              </a:lnSpc>
              <a:buNone/>
            </a:pPr>
            <a:r>
              <a:rPr b="0" lang="en-US" sz="1400" spc="-1" strike="noStrike">
                <a:solidFill>
                  <a:srgbClr val="000000"/>
                </a:solidFill>
                <a:latin typeface="Corbel"/>
                <a:ea typeface="DejaVu Sans"/>
              </a:rPr>
              <a:t>Item Name:</a:t>
            </a:r>
            <a:endParaRPr b="0" lang="en-US" sz="1400" spc="-1" strike="noStrike">
              <a:latin typeface="Arial"/>
            </a:endParaRPr>
          </a:p>
        </p:txBody>
      </p:sp>
      <p:sp>
        <p:nvSpPr>
          <p:cNvPr id="162" name="Rectangle 7"/>
          <p:cNvSpPr/>
          <p:nvPr/>
        </p:nvSpPr>
        <p:spPr>
          <a:xfrm>
            <a:off x="914400" y="2595600"/>
            <a:ext cx="1828440" cy="375840"/>
          </a:xfrm>
          <a:prstGeom prst="rect">
            <a:avLst/>
          </a:prstGeom>
          <a:solidFill>
            <a:srgbClr val="dddddd"/>
          </a:solidFill>
          <a:ln>
            <a:solidFill>
              <a:srgbClr val="a3a3a3"/>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nSpc>
                <a:spcPct val="100000"/>
              </a:lnSpc>
              <a:buNone/>
            </a:pPr>
            <a:r>
              <a:rPr b="0" lang="en-US" sz="1400" spc="-1" strike="noStrike">
                <a:solidFill>
                  <a:srgbClr val="000000"/>
                </a:solidFill>
                <a:latin typeface="Corbel"/>
                <a:ea typeface="DejaVu Sans"/>
              </a:rPr>
              <a:t>Enter Quantity:</a:t>
            </a:r>
            <a:endParaRPr b="0" lang="en-US" sz="1400" spc="-1" strike="noStrike">
              <a:latin typeface="Arial"/>
            </a:endParaRPr>
          </a:p>
        </p:txBody>
      </p:sp>
      <p:sp>
        <p:nvSpPr>
          <p:cNvPr id="163" name="Rectangle 9"/>
          <p:cNvSpPr/>
          <p:nvPr/>
        </p:nvSpPr>
        <p:spPr>
          <a:xfrm>
            <a:off x="914400" y="3052800"/>
            <a:ext cx="1828440" cy="375840"/>
          </a:xfrm>
          <a:prstGeom prst="rect">
            <a:avLst/>
          </a:prstGeom>
          <a:solidFill>
            <a:srgbClr val="dddddd"/>
          </a:solidFill>
          <a:ln>
            <a:solidFill>
              <a:srgbClr val="a3a3a3"/>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nSpc>
                <a:spcPct val="100000"/>
              </a:lnSpc>
              <a:buNone/>
            </a:pPr>
            <a:r>
              <a:rPr b="0" lang="en-US" sz="1400" spc="-1" strike="noStrike">
                <a:solidFill>
                  <a:srgbClr val="000000"/>
                </a:solidFill>
                <a:latin typeface="Corbel"/>
                <a:ea typeface="DejaVu Sans"/>
              </a:rPr>
              <a:t>Unit Price:</a:t>
            </a:r>
            <a:endParaRPr b="0" lang="en-US" sz="1400" spc="-1" strike="noStrike">
              <a:latin typeface="Arial"/>
            </a:endParaRPr>
          </a:p>
        </p:txBody>
      </p:sp>
      <p:sp>
        <p:nvSpPr>
          <p:cNvPr id="164" name="Rectangle 10"/>
          <p:cNvSpPr/>
          <p:nvPr/>
        </p:nvSpPr>
        <p:spPr>
          <a:xfrm>
            <a:off x="1612080" y="392760"/>
            <a:ext cx="2337840" cy="351720"/>
          </a:xfrm>
          <a:prstGeom prst="rect">
            <a:avLst/>
          </a:prstGeom>
          <a:solidFill>
            <a:srgbClr val="000000"/>
          </a:solidFill>
          <a:ln>
            <a:solidFill>
              <a:srgbClr val="000000"/>
            </a:solidFill>
            <a:round/>
          </a:ln>
        </p:spPr>
        <p:style>
          <a:lnRef idx="2">
            <a:schemeClr val="dk1">
              <a:shade val="50000"/>
            </a:schemeClr>
          </a:lnRef>
          <a:fillRef idx="1">
            <a:schemeClr val="dk1"/>
          </a:fillRef>
          <a:effectRef idx="0">
            <a:schemeClr val="dk1"/>
          </a:effectRef>
          <a:fontRef idx="minor"/>
        </p:style>
        <p:txBody>
          <a:bodyPr lIns="90000" rIns="90000" tIns="45000" bIns="45000" anchor="ctr">
            <a:noAutofit/>
          </a:bodyPr>
          <a:p>
            <a:pPr algn="ctr">
              <a:lnSpc>
                <a:spcPct val="100000"/>
              </a:lnSpc>
              <a:buNone/>
            </a:pPr>
            <a:r>
              <a:rPr b="0" lang="en-US" sz="1800" spc="-1" strike="noStrike">
                <a:solidFill>
                  <a:srgbClr val="ffffff"/>
                </a:solidFill>
                <a:latin typeface="Corbel"/>
                <a:ea typeface="DejaVu Sans"/>
              </a:rPr>
              <a:t>Generate Invoice</a:t>
            </a:r>
            <a:endParaRPr b="0" lang="en-US" sz="1800" spc="-1" strike="noStrike">
              <a:latin typeface="Arial"/>
            </a:endParaRPr>
          </a:p>
        </p:txBody>
      </p:sp>
      <p:sp>
        <p:nvSpPr>
          <p:cNvPr id="165" name="Rectangle 11"/>
          <p:cNvSpPr/>
          <p:nvPr/>
        </p:nvSpPr>
        <p:spPr>
          <a:xfrm>
            <a:off x="3639600" y="3335040"/>
            <a:ext cx="932040" cy="322200"/>
          </a:xfrm>
          <a:prstGeom prst="rect">
            <a:avLst/>
          </a:prstGeom>
          <a:solidFill>
            <a:srgbClr val="000000"/>
          </a:solidFill>
          <a:ln>
            <a:solidFill>
              <a:srgbClr val="000000"/>
            </a:solidFill>
            <a:round/>
          </a:ln>
        </p:spPr>
        <p:style>
          <a:lnRef idx="2">
            <a:schemeClr val="dk1">
              <a:shade val="50000"/>
            </a:schemeClr>
          </a:lnRef>
          <a:fillRef idx="1">
            <a:schemeClr val="dk1"/>
          </a:fillRef>
          <a:effectRef idx="0">
            <a:schemeClr val="dk1"/>
          </a:effectRef>
          <a:fontRef idx="minor"/>
        </p:style>
        <p:txBody>
          <a:bodyPr lIns="90000" rIns="90000" tIns="45000" bIns="45000" anchor="ctr">
            <a:noAutofit/>
          </a:bodyPr>
          <a:p>
            <a:pPr algn="ctr">
              <a:lnSpc>
                <a:spcPct val="100000"/>
              </a:lnSpc>
              <a:buNone/>
            </a:pPr>
            <a:r>
              <a:rPr b="0" lang="en-US" sz="1800" spc="-1" strike="noStrike">
                <a:solidFill>
                  <a:srgbClr val="ffffff"/>
                </a:solidFill>
                <a:latin typeface="Corbel"/>
                <a:ea typeface="DejaVu Sans"/>
              </a:rPr>
              <a:t>Save</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6" name="AutoShape 2"/>
          <p:cNvSpPr/>
          <p:nvPr/>
        </p:nvSpPr>
        <p:spPr>
          <a:xfrm>
            <a:off x="155160" y="-144000"/>
            <a:ext cx="299520" cy="299520"/>
          </a:xfrm>
          <a:prstGeom prst="rect">
            <a:avLst/>
          </a:prstGeom>
          <a:noFill/>
          <a:ln w="0">
            <a:noFill/>
          </a:ln>
        </p:spPr>
        <p:style>
          <a:lnRef idx="0"/>
          <a:fillRef idx="0"/>
          <a:effectRef idx="0"/>
          <a:fontRef idx="minor"/>
        </p:style>
      </p:sp>
      <p:sp>
        <p:nvSpPr>
          <p:cNvPr id="167" name="AutoShape 4"/>
          <p:cNvSpPr/>
          <p:nvPr/>
        </p:nvSpPr>
        <p:spPr>
          <a:xfrm>
            <a:off x="155160" y="-144000"/>
            <a:ext cx="299520" cy="299520"/>
          </a:xfrm>
          <a:prstGeom prst="rect">
            <a:avLst/>
          </a:prstGeom>
          <a:noFill/>
          <a:ln w="0">
            <a:noFill/>
          </a:ln>
        </p:spPr>
        <p:style>
          <a:lnRef idx="0"/>
          <a:fillRef idx="0"/>
          <a:effectRef idx="0"/>
          <a:fontRef idx="minor"/>
        </p:style>
      </p:sp>
      <p:sp>
        <p:nvSpPr>
          <p:cNvPr id="168" name="AutoShape 6"/>
          <p:cNvSpPr/>
          <p:nvPr/>
        </p:nvSpPr>
        <p:spPr>
          <a:xfrm>
            <a:off x="155160" y="-144000"/>
            <a:ext cx="299520" cy="299520"/>
          </a:xfrm>
          <a:prstGeom prst="rect">
            <a:avLst/>
          </a:prstGeom>
          <a:noFill/>
          <a:ln w="0">
            <a:noFill/>
          </a:ln>
        </p:spPr>
        <p:style>
          <a:lnRef idx="0"/>
          <a:fillRef idx="0"/>
          <a:effectRef idx="0"/>
          <a:fontRef idx="minor"/>
        </p:style>
      </p:sp>
      <p:sp>
        <p:nvSpPr>
          <p:cNvPr id="169" name="AutoShape 8"/>
          <p:cNvSpPr/>
          <p:nvPr/>
        </p:nvSpPr>
        <p:spPr>
          <a:xfrm>
            <a:off x="155160" y="-144000"/>
            <a:ext cx="299520" cy="299520"/>
          </a:xfrm>
          <a:prstGeom prst="rect">
            <a:avLst/>
          </a:prstGeom>
          <a:noFill/>
          <a:ln w="0">
            <a:noFill/>
          </a:ln>
        </p:spPr>
        <p:style>
          <a:lnRef idx="0"/>
          <a:fillRef idx="0"/>
          <a:effectRef idx="0"/>
          <a:fontRef idx="minor"/>
        </p:style>
      </p:sp>
      <p:sp>
        <p:nvSpPr>
          <p:cNvPr id="170" name="AutoShape 10"/>
          <p:cNvSpPr/>
          <p:nvPr/>
        </p:nvSpPr>
        <p:spPr>
          <a:xfrm>
            <a:off x="155160" y="-144000"/>
            <a:ext cx="299520" cy="299520"/>
          </a:xfrm>
          <a:prstGeom prst="rect">
            <a:avLst/>
          </a:prstGeom>
          <a:noFill/>
          <a:ln w="0">
            <a:noFill/>
          </a:ln>
        </p:spPr>
        <p:style>
          <a:lnRef idx="0"/>
          <a:fillRef idx="0"/>
          <a:effectRef idx="0"/>
          <a:fontRef idx="minor"/>
        </p:style>
      </p:sp>
      <p:sp>
        <p:nvSpPr>
          <p:cNvPr id="171" name="AutoShape 12"/>
          <p:cNvSpPr/>
          <p:nvPr/>
        </p:nvSpPr>
        <p:spPr>
          <a:xfrm>
            <a:off x="155160" y="-144000"/>
            <a:ext cx="299520" cy="299520"/>
          </a:xfrm>
          <a:prstGeom prst="rect">
            <a:avLst/>
          </a:prstGeom>
          <a:noFill/>
          <a:ln w="0">
            <a:noFill/>
          </a:ln>
        </p:spPr>
        <p:style>
          <a:lnRef idx="0"/>
          <a:fillRef idx="0"/>
          <a:effectRef idx="0"/>
          <a:fontRef idx="minor"/>
        </p:style>
      </p:sp>
      <p:sp>
        <p:nvSpPr>
          <p:cNvPr id="172" name="AutoShape 14"/>
          <p:cNvSpPr/>
          <p:nvPr/>
        </p:nvSpPr>
        <p:spPr>
          <a:xfrm>
            <a:off x="155160" y="-144000"/>
            <a:ext cx="299520" cy="299520"/>
          </a:xfrm>
          <a:prstGeom prst="rect">
            <a:avLst/>
          </a:prstGeom>
          <a:noFill/>
          <a:ln w="0">
            <a:noFill/>
          </a:ln>
        </p:spPr>
        <p:style>
          <a:lnRef idx="0"/>
          <a:fillRef idx="0"/>
          <a:effectRef idx="0"/>
          <a:fontRef idx="minor"/>
        </p:style>
      </p:sp>
      <p:pic>
        <p:nvPicPr>
          <p:cNvPr id="173" name="Picture 8" descr="1.png"/>
          <p:cNvPicPr/>
          <p:nvPr/>
        </p:nvPicPr>
        <p:blipFill>
          <a:blip r:embed="rId1"/>
          <a:stretch/>
        </p:blipFill>
        <p:spPr>
          <a:xfrm>
            <a:off x="718920" y="533160"/>
            <a:ext cx="4863600" cy="3654360"/>
          </a:xfrm>
          <a:prstGeom prst="rect">
            <a:avLst/>
          </a:prstGeom>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74" name="Picture 1" descr="2.jpg"/>
          <p:cNvPicPr/>
          <p:nvPr/>
        </p:nvPicPr>
        <p:blipFill>
          <a:blip r:embed="rId1"/>
          <a:stretch/>
        </p:blipFill>
        <p:spPr>
          <a:xfrm>
            <a:off x="457200" y="166680"/>
            <a:ext cx="5034600" cy="4176360"/>
          </a:xfrm>
          <a:prstGeom prst="rect">
            <a:avLst/>
          </a:prstGeom>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75" name="Picture 1" descr="3.jpg"/>
          <p:cNvPicPr/>
          <p:nvPr/>
        </p:nvPicPr>
        <p:blipFill>
          <a:blip r:embed="rId1"/>
          <a:stretch/>
        </p:blipFill>
        <p:spPr>
          <a:xfrm>
            <a:off x="623160" y="1061640"/>
            <a:ext cx="4701600" cy="2095200"/>
          </a:xfrm>
          <a:prstGeom prst="rect">
            <a:avLst/>
          </a:prstGeom>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76" name="Picture 1" descr="4.jpg"/>
          <p:cNvPicPr/>
          <p:nvPr/>
        </p:nvPicPr>
        <p:blipFill>
          <a:blip r:embed="rId1"/>
          <a:stretch/>
        </p:blipFill>
        <p:spPr>
          <a:xfrm>
            <a:off x="1288440" y="916200"/>
            <a:ext cx="3507480" cy="2210400"/>
          </a:xfrm>
          <a:prstGeom prst="rect">
            <a:avLst/>
          </a:prstGeom>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77" name="" descr=""/>
          <p:cNvPicPr/>
          <p:nvPr/>
        </p:nvPicPr>
        <p:blipFill>
          <a:blip r:embed="rId1"/>
          <a:stretch/>
        </p:blipFill>
        <p:spPr>
          <a:xfrm>
            <a:off x="1153080" y="583560"/>
            <a:ext cx="4102560" cy="3529080"/>
          </a:xfrm>
          <a:prstGeom prst="rect">
            <a:avLst/>
          </a:prstGeom>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78" name="" descr=""/>
          <p:cNvPicPr/>
          <p:nvPr/>
        </p:nvPicPr>
        <p:blipFill>
          <a:blip r:embed="rId1"/>
          <a:stretch/>
        </p:blipFill>
        <p:spPr>
          <a:xfrm>
            <a:off x="1248120" y="456840"/>
            <a:ext cx="3778920" cy="3461760"/>
          </a:xfrm>
          <a:prstGeom prst="rect">
            <a:avLst/>
          </a:prstGeom>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79" name="Picture 1" descr="6.jpg"/>
          <p:cNvPicPr/>
          <p:nvPr/>
        </p:nvPicPr>
        <p:blipFill>
          <a:blip r:embed="rId1"/>
          <a:stretch/>
        </p:blipFill>
        <p:spPr>
          <a:xfrm>
            <a:off x="1127160" y="756000"/>
            <a:ext cx="4002840" cy="2871720"/>
          </a:xfrm>
          <a:prstGeom prst="rect">
            <a:avLst/>
          </a:prstGeom>
          <a:ln w="0">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tile/>
        </a:blipFill>
      </p:bgPr>
    </p:bg>
    <p:spTree>
      <p:nvGrpSpPr>
        <p:cNvPr id="1" name=""/>
        <p:cNvGrpSpPr/>
        <p:nvPr/>
      </p:nvGrpSpPr>
      <p:grpSpPr>
        <a:xfrm>
          <a:off x="0" y="0"/>
          <a:ext cx="0" cy="0"/>
          <a:chOff x="0" y="0"/>
          <a:chExt cx="0" cy="0"/>
        </a:xfrm>
      </p:grpSpPr>
      <p:sp>
        <p:nvSpPr>
          <p:cNvPr id="180" name=""/>
          <p:cNvSpPr/>
          <p:nvPr/>
        </p:nvSpPr>
        <p:spPr>
          <a:xfrm>
            <a:off x="1143000" y="457200"/>
            <a:ext cx="3885120" cy="456120"/>
          </a:xfrm>
          <a:prstGeom prst="rect">
            <a:avLst/>
          </a:prstGeom>
          <a:solidFill>
            <a:srgbClr val="000000"/>
          </a:solidFill>
          <a:ln w="0">
            <a:solidFill>
              <a:srgbClr val="3465a4"/>
            </a:solidFill>
          </a:ln>
        </p:spPr>
        <p:style>
          <a:lnRef idx="0"/>
          <a:fillRef idx="0"/>
          <a:effectRef idx="0"/>
          <a:fontRef idx="minor"/>
        </p:style>
        <p:txBody>
          <a:bodyPr lIns="90000" rIns="90000" tIns="45000" bIns="45000" anchor="ctr">
            <a:noAutofit/>
          </a:bodyPr>
          <a:p>
            <a:pPr algn="ctr">
              <a:lnSpc>
                <a:spcPct val="100000"/>
              </a:lnSpc>
              <a:buNone/>
            </a:pPr>
            <a:r>
              <a:rPr b="0" lang="en-US" sz="1800" spc="-1" strike="noStrike">
                <a:solidFill>
                  <a:srgbClr val="eeeeee"/>
                </a:solidFill>
                <a:latin typeface="Arial"/>
                <a:ea typeface="DejaVu Sans"/>
              </a:rPr>
              <a:t>My future plans for this project:</a:t>
            </a:r>
            <a:endParaRPr b="0" lang="en-US" sz="1800" spc="-1" strike="noStrike">
              <a:latin typeface="Arial"/>
            </a:endParaRPr>
          </a:p>
        </p:txBody>
      </p:sp>
      <p:sp>
        <p:nvSpPr>
          <p:cNvPr id="181" name=""/>
          <p:cNvSpPr/>
          <p:nvPr/>
        </p:nvSpPr>
        <p:spPr>
          <a:xfrm>
            <a:off x="228600" y="1828800"/>
            <a:ext cx="5713920" cy="1827720"/>
          </a:xfrm>
          <a:prstGeom prst="rect">
            <a:avLst/>
          </a:prstGeom>
          <a:solidFill>
            <a:srgbClr val="000000"/>
          </a:solidFill>
          <a:ln w="0">
            <a:solidFill>
              <a:srgbClr val="3465a4"/>
            </a:solidFill>
          </a:ln>
        </p:spPr>
        <p:style>
          <a:lnRef idx="0"/>
          <a:fillRef idx="0"/>
          <a:effectRef idx="0"/>
          <a:fontRef idx="minor"/>
        </p:style>
      </p:sp>
      <p:sp>
        <p:nvSpPr>
          <p:cNvPr id="182" name=""/>
          <p:cNvSpPr/>
          <p:nvPr/>
        </p:nvSpPr>
        <p:spPr>
          <a:xfrm>
            <a:off x="228600" y="2057400"/>
            <a:ext cx="5713920" cy="146088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1800" spc="-1" strike="noStrike">
                <a:solidFill>
                  <a:srgbClr val="e0e0e0"/>
                </a:solidFill>
                <a:latin typeface="Nimbus Roman"/>
                <a:ea typeface="DejaVu Sans"/>
              </a:rPr>
              <a:t>Currently, this project can only save the complied file and show it to the customer. But you can't print the invoice and pay directly at this moment. In future, we will introduce invoice printing system for this project . So that the buyer can directly print the invoice and pay it to the seller.</a:t>
            </a:r>
            <a:endParaRPr b="0" lang="en-US" sz="1800" spc="-1" strike="noStrike">
              <a:latin typeface="Arial"/>
            </a:endParaRPr>
          </a:p>
        </p:txBody>
      </p:sp>
      <p:sp>
        <p:nvSpPr>
          <p:cNvPr id="183" name=""/>
          <p:cNvSpPr/>
          <p:nvPr/>
        </p:nvSpPr>
        <p:spPr>
          <a:xfrm>
            <a:off x="3200400" y="914400"/>
            <a:ext cx="360" cy="914400"/>
          </a:xfrm>
          <a:prstGeom prst="line">
            <a:avLst/>
          </a:prstGeom>
          <a:ln w="0">
            <a:solidFill>
              <a:srgbClr val="f5f5f5"/>
            </a:solidFill>
            <a:tailEnd len="med" type="triangle" w="med"/>
          </a:ln>
        </p:spPr>
        <p:style>
          <a:lnRef idx="0"/>
          <a:fillRef idx="0"/>
          <a:effectRef idx="0"/>
          <a:fontRef idx="minor"/>
        </p:style>
      </p:sp>
      <p:sp>
        <p:nvSpPr>
          <p:cNvPr id="184" name=""/>
          <p:cNvSpPr/>
          <p:nvPr/>
        </p:nvSpPr>
        <p:spPr>
          <a:xfrm>
            <a:off x="2971800" y="914400"/>
            <a:ext cx="456120" cy="913320"/>
          </a:xfrm>
          <a:prstGeom prst="rect">
            <a:avLst/>
          </a:prstGeom>
          <a:solidFill>
            <a:srgbClr val="212121"/>
          </a:solidFill>
          <a:ln w="0">
            <a:solidFill>
              <a:srgbClr val="3465a4"/>
            </a:solidFill>
          </a:ln>
        </p:spPr>
        <p:style>
          <a:lnRef idx="0"/>
          <a:fillRef idx="0"/>
          <a:effectRef idx="0"/>
          <a:fontRef idx="minor"/>
        </p:style>
      </p:sp>
      <p:sp>
        <p:nvSpPr>
          <p:cNvPr id="185" name=""/>
          <p:cNvSpPr/>
          <p:nvPr/>
        </p:nvSpPr>
        <p:spPr>
          <a:xfrm>
            <a:off x="3200400" y="914400"/>
            <a:ext cx="360" cy="914400"/>
          </a:xfrm>
          <a:prstGeom prst="line">
            <a:avLst/>
          </a:prstGeom>
          <a:ln w="0">
            <a:solidFill>
              <a:srgbClr val="3465a4"/>
            </a:solidFill>
            <a:tailEnd len="med" type="triangle" w="med"/>
          </a:ln>
        </p:spPr>
        <p:style>
          <a:lnRef idx="0"/>
          <a:fillRef idx="0"/>
          <a:effectRef idx="0"/>
          <a:fontRef idx="minor"/>
        </p:style>
      </p:sp>
      <p:pic>
        <p:nvPicPr>
          <p:cNvPr id="186" name="" descr=""/>
          <p:cNvPicPr/>
          <p:nvPr/>
        </p:nvPicPr>
        <p:blipFill>
          <a:blip r:embed="rId2"/>
          <a:stretch/>
        </p:blipFill>
        <p:spPr>
          <a:xfrm>
            <a:off x="5162400" y="0"/>
            <a:ext cx="913320" cy="913320"/>
          </a:xfrm>
          <a:prstGeom prst="rect">
            <a:avLst/>
          </a:prstGeom>
          <a:ln w="0">
            <a:noFill/>
          </a:ln>
        </p:spPr>
      </p:pic>
      <p:pic>
        <p:nvPicPr>
          <p:cNvPr id="187" name="" descr=""/>
          <p:cNvPicPr/>
          <p:nvPr/>
        </p:nvPicPr>
        <p:blipFill>
          <a:blip r:embed="rId3"/>
          <a:stretch/>
        </p:blipFill>
        <p:spPr>
          <a:xfrm>
            <a:off x="0" y="0"/>
            <a:ext cx="913320" cy="913320"/>
          </a:xfrm>
          <a:prstGeom prst="rect">
            <a:avLst/>
          </a:prstGeom>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88" name="Picture 3" descr="7.jpg"/>
          <p:cNvPicPr/>
          <p:nvPr/>
        </p:nvPicPr>
        <p:blipFill>
          <a:blip r:embed="rId1"/>
          <a:stretch/>
        </p:blipFill>
        <p:spPr>
          <a:xfrm>
            <a:off x="2057400" y="685800"/>
            <a:ext cx="2057040" cy="2321640"/>
          </a:xfrm>
          <a:prstGeom prst="rect">
            <a:avLst/>
          </a:prstGeom>
          <a:ln w="0">
            <a:noFill/>
          </a:ln>
        </p:spPr>
      </p:pic>
      <p:sp>
        <p:nvSpPr>
          <p:cNvPr id="189" name="Police-Drama 1"/>
          <p:cNvSpPr txBox="1"/>
          <p:nvPr/>
        </p:nvSpPr>
        <p:spPr>
          <a:xfrm>
            <a:off x="2214000" y="3200400"/>
            <a:ext cx="1807560" cy="903600"/>
          </a:xfrm>
          <a:prstGeom prst="rect">
            <a:avLst/>
          </a:prstGeom>
        </p:spPr>
        <p:txBody>
          <a:bodyPr wrap="none" lIns="89640" rIns="89640" tIns="46800" bIns="46800" anchor="ctr" anchorCtr="1">
            <a:prstTxWarp prst="textInflate">
              <a:avLst>
                <a:gd name="adj" fmla="val 13657"/>
              </a:avLst>
            </a:prstTxWarp>
            <a:noAutofit/>
          </a:bodyPr>
          <a:p>
            <a:pPr algn="ctr">
              <a:lnSpc>
                <a:spcPct val="100000"/>
              </a:lnSpc>
              <a:buNone/>
            </a:pPr>
            <a:r>
              <a:rPr b="1" lang="en-US" sz="2400" spc="-1" strike="noStrike">
                <a:ln w="0">
                  <a:noFill/>
                </a:ln>
                <a:solidFill>
                  <a:srgbClr val="ff4000"/>
                </a:solidFill>
                <a:latin typeface="Arial"/>
                <a:ea typeface="MS Gothic"/>
              </a:rPr>
              <a:t>	</a:t>
            </a:r>
            <a:r>
              <a:rPr b="1" lang="en-US" sz="2400" spc="-1" strike="noStrike">
                <a:ln w="0">
                  <a:noFill/>
                </a:ln>
                <a:solidFill>
                  <a:srgbClr val="ff4000"/>
                </a:solidFill>
                <a:latin typeface="Arial"/>
                <a:ea typeface="MS Gothic"/>
              </a:rPr>
              <a:t>everyone</a:t>
            </a:r>
            <a:endParaRPr b="0" lang="en-US" sz="2400" spc="-1" strike="noStrike">
              <a:ln w="0">
                <a:noFill/>
              </a:ln>
              <a:solidFill>
                <a:srgbClr val="ff4000"/>
              </a:solidFill>
              <a:latin typeface="Arial"/>
            </a:endParaRPr>
          </a:p>
          <a:p>
            <a:pPr>
              <a:lnSpc>
                <a:spcPct val="100000"/>
              </a:lnSpc>
              <a:buNone/>
            </a:pPr>
            <a:endParaRPr b="0" lang="en-US" sz="2400" spc="-1" strike="noStrike">
              <a:ln w="0">
                <a:noFill/>
              </a:ln>
              <a:solidFill>
                <a:srgbClr val="ff4000"/>
              </a:solidFill>
              <a:latin typeface="Arial"/>
            </a:endParaRPr>
          </a:p>
        </p:txBody>
      </p:sp>
      <p:sp>
        <p:nvSpPr>
          <p:cNvPr id="190" name=""/>
          <p:cNvSpPr/>
          <p:nvPr/>
        </p:nvSpPr>
        <p:spPr>
          <a:xfrm>
            <a:off x="4800600" y="2971800"/>
            <a:ext cx="685440" cy="685440"/>
          </a:xfrm>
          <a:custGeom>
            <a:avLst/>
            <a:gdLst/>
            <a:ahLst/>
            <a:rect l="l" t="t" r="r" b="b"/>
            <a:pathLst>
              <a:path w="21600" h="21600">
                <a:moveTo>
                  <a:pt x="10797" y="0"/>
                </a:moveTo>
                <a:lnTo>
                  <a:pt x="8278" y="8256"/>
                </a:lnTo>
                <a:lnTo>
                  <a:pt x="0" y="8256"/>
                </a:lnTo>
                <a:lnTo>
                  <a:pt x="6722" y="13405"/>
                </a:lnTo>
                <a:lnTo>
                  <a:pt x="4198" y="21600"/>
                </a:lnTo>
                <a:lnTo>
                  <a:pt x="10797" y="16580"/>
                </a:lnTo>
                <a:lnTo>
                  <a:pt x="17401" y="21600"/>
                </a:lnTo>
                <a:lnTo>
                  <a:pt x="14878" y="13405"/>
                </a:lnTo>
                <a:lnTo>
                  <a:pt x="21600" y="8256"/>
                </a:lnTo>
                <a:lnTo>
                  <a:pt x="13321" y="8256"/>
                </a:lnTo>
                <a:lnTo>
                  <a:pt x="10797" y="0"/>
                </a:lnTo>
                <a:close/>
              </a:path>
            </a:pathLst>
          </a:custGeom>
          <a:solidFill>
            <a:srgbClr val="729fcf"/>
          </a:solidFill>
          <a:ln w="0">
            <a:solidFill>
              <a:srgbClr val="3465a4"/>
            </a:solidFill>
          </a:ln>
        </p:spPr>
        <p:style>
          <a:lnRef idx="0"/>
          <a:fillRef idx="0"/>
          <a:effectRef idx="0"/>
          <a:fontRef idx="minor"/>
        </p:style>
      </p:sp>
      <p:sp>
        <p:nvSpPr>
          <p:cNvPr id="191" name=""/>
          <p:cNvSpPr/>
          <p:nvPr/>
        </p:nvSpPr>
        <p:spPr>
          <a:xfrm>
            <a:off x="4800600" y="1143000"/>
            <a:ext cx="456840" cy="456840"/>
          </a:xfrm>
          <a:custGeom>
            <a:avLst/>
            <a:gdLst/>
            <a:ahLst/>
            <a:rect l="l" t="t" r="r" b="b"/>
            <a:pathLst>
              <a:path w="21600" h="21600">
                <a:moveTo>
                  <a:pt x="10797" y="0"/>
                </a:moveTo>
                <a:lnTo>
                  <a:pt x="8278" y="8256"/>
                </a:lnTo>
                <a:lnTo>
                  <a:pt x="0" y="8256"/>
                </a:lnTo>
                <a:lnTo>
                  <a:pt x="6722" y="13405"/>
                </a:lnTo>
                <a:lnTo>
                  <a:pt x="4198" y="21600"/>
                </a:lnTo>
                <a:lnTo>
                  <a:pt x="10797" y="16580"/>
                </a:lnTo>
                <a:lnTo>
                  <a:pt x="17401" y="21600"/>
                </a:lnTo>
                <a:lnTo>
                  <a:pt x="14878" y="13405"/>
                </a:lnTo>
                <a:lnTo>
                  <a:pt x="21600" y="8256"/>
                </a:lnTo>
                <a:lnTo>
                  <a:pt x="13321" y="8256"/>
                </a:lnTo>
                <a:lnTo>
                  <a:pt x="10797" y="0"/>
                </a:lnTo>
                <a:close/>
              </a:path>
            </a:pathLst>
          </a:custGeom>
          <a:solidFill>
            <a:srgbClr val="729fcf"/>
          </a:solidFill>
          <a:ln w="0">
            <a:solidFill>
              <a:srgbClr val="3465a4"/>
            </a:solidFill>
          </a:ln>
        </p:spPr>
        <p:style>
          <a:lnRef idx="0"/>
          <a:fillRef idx="0"/>
          <a:effectRef idx="0"/>
          <a:fontRef idx="minor"/>
        </p:style>
      </p:sp>
      <p:sp>
        <p:nvSpPr>
          <p:cNvPr id="192" name=""/>
          <p:cNvSpPr/>
          <p:nvPr/>
        </p:nvSpPr>
        <p:spPr>
          <a:xfrm>
            <a:off x="1143000" y="457200"/>
            <a:ext cx="456840" cy="456840"/>
          </a:xfrm>
          <a:custGeom>
            <a:avLst/>
            <a:gdLst/>
            <a:ahLst/>
            <a:rect l="l" t="t" r="r" b="b"/>
            <a:pathLst>
              <a:path w="21600" h="21600">
                <a:moveTo>
                  <a:pt x="0" y="10800"/>
                </a:moveTo>
                <a:lnTo>
                  <a:pt x="3104" y="13909"/>
                </a:lnTo>
                <a:lnTo>
                  <a:pt x="3163" y="18437"/>
                </a:lnTo>
                <a:lnTo>
                  <a:pt x="7557" y="18440"/>
                </a:lnTo>
                <a:lnTo>
                  <a:pt x="10800" y="21600"/>
                </a:lnTo>
                <a:lnTo>
                  <a:pt x="13909" y="18496"/>
                </a:lnTo>
                <a:lnTo>
                  <a:pt x="18437" y="18437"/>
                </a:lnTo>
                <a:lnTo>
                  <a:pt x="18440" y="14043"/>
                </a:lnTo>
                <a:lnTo>
                  <a:pt x="21600" y="10800"/>
                </a:lnTo>
                <a:lnTo>
                  <a:pt x="18496" y="7691"/>
                </a:lnTo>
                <a:lnTo>
                  <a:pt x="18437" y="3163"/>
                </a:lnTo>
                <a:lnTo>
                  <a:pt x="14043" y="3160"/>
                </a:lnTo>
                <a:lnTo>
                  <a:pt x="10800" y="0"/>
                </a:lnTo>
                <a:lnTo>
                  <a:pt x="7691" y="3104"/>
                </a:lnTo>
                <a:lnTo>
                  <a:pt x="3163" y="3163"/>
                </a:lnTo>
                <a:lnTo>
                  <a:pt x="3160" y="7557"/>
                </a:lnTo>
                <a:lnTo>
                  <a:pt x="0" y="10800"/>
                </a:lnTo>
                <a:close/>
              </a:path>
            </a:pathLst>
          </a:custGeom>
          <a:solidFill>
            <a:srgbClr val="729fcf"/>
          </a:solidFill>
          <a:ln w="0">
            <a:solidFill>
              <a:srgbClr val="3465a4"/>
            </a:solidFill>
          </a:ln>
        </p:spPr>
        <p:style>
          <a:lnRef idx="0"/>
          <a:fillRef idx="0"/>
          <a:effectRef idx="0"/>
          <a:fontRef idx="minor"/>
        </p:style>
      </p:sp>
      <p:sp>
        <p:nvSpPr>
          <p:cNvPr id="193" name=""/>
          <p:cNvSpPr/>
          <p:nvPr/>
        </p:nvSpPr>
        <p:spPr>
          <a:xfrm>
            <a:off x="4114800" y="228600"/>
            <a:ext cx="228240" cy="228240"/>
          </a:xfrm>
          <a:custGeom>
            <a:avLst/>
            <a:gdLst/>
            <a:ahLst/>
            <a:rect l="l" t="t" r="r" b="b"/>
            <a:pathLst>
              <a:path w="21600" h="21600">
                <a:moveTo>
                  <a:pt x="11464" y="4340"/>
                </a:moveTo>
                <a:lnTo>
                  <a:pt x="9722" y="1887"/>
                </a:lnTo>
                <a:lnTo>
                  <a:pt x="8548" y="6383"/>
                </a:lnTo>
                <a:lnTo>
                  <a:pt x="4503" y="3626"/>
                </a:lnTo>
                <a:lnTo>
                  <a:pt x="5373" y="7816"/>
                </a:lnTo>
                <a:lnTo>
                  <a:pt x="1174" y="8270"/>
                </a:lnTo>
                <a:lnTo>
                  <a:pt x="3934" y="11592"/>
                </a:lnTo>
                <a:lnTo>
                  <a:pt x="0" y="12875"/>
                </a:lnTo>
                <a:lnTo>
                  <a:pt x="3329" y="15372"/>
                </a:lnTo>
                <a:lnTo>
                  <a:pt x="1283" y="17824"/>
                </a:lnTo>
                <a:lnTo>
                  <a:pt x="4804" y="18239"/>
                </a:lnTo>
                <a:lnTo>
                  <a:pt x="4918" y="21600"/>
                </a:lnTo>
                <a:lnTo>
                  <a:pt x="7525" y="18125"/>
                </a:lnTo>
                <a:lnTo>
                  <a:pt x="8698" y="19712"/>
                </a:lnTo>
                <a:lnTo>
                  <a:pt x="9871" y="17371"/>
                </a:lnTo>
                <a:lnTo>
                  <a:pt x="11614" y="18844"/>
                </a:lnTo>
                <a:lnTo>
                  <a:pt x="12178" y="15937"/>
                </a:lnTo>
                <a:lnTo>
                  <a:pt x="14943" y="17371"/>
                </a:lnTo>
                <a:lnTo>
                  <a:pt x="14640" y="14348"/>
                </a:lnTo>
                <a:lnTo>
                  <a:pt x="18878" y="15632"/>
                </a:lnTo>
                <a:lnTo>
                  <a:pt x="16382" y="12311"/>
                </a:lnTo>
                <a:lnTo>
                  <a:pt x="18270" y="11292"/>
                </a:lnTo>
                <a:lnTo>
                  <a:pt x="16986" y="9404"/>
                </a:lnTo>
                <a:lnTo>
                  <a:pt x="21600" y="6646"/>
                </a:lnTo>
                <a:lnTo>
                  <a:pt x="16382" y="6533"/>
                </a:lnTo>
                <a:lnTo>
                  <a:pt x="18005" y="3172"/>
                </a:lnTo>
                <a:lnTo>
                  <a:pt x="14524" y="5778"/>
                </a:lnTo>
                <a:lnTo>
                  <a:pt x="14789" y="0"/>
                </a:lnTo>
                <a:lnTo>
                  <a:pt x="11464" y="4340"/>
                </a:lnTo>
                <a:close/>
              </a:path>
            </a:pathLst>
          </a:custGeom>
          <a:solidFill>
            <a:srgbClr val="729fcf"/>
          </a:solidFill>
          <a:ln w="0">
            <a:solidFill>
              <a:srgbClr val="3465a4"/>
            </a:solidFill>
          </a:ln>
        </p:spPr>
        <p:style>
          <a:lnRef idx="0"/>
          <a:fillRef idx="0"/>
          <a:effectRef idx="0"/>
          <a:fontRef idx="minor"/>
        </p:style>
      </p:sp>
      <p:sp>
        <p:nvSpPr>
          <p:cNvPr id="194" name=""/>
          <p:cNvSpPr/>
          <p:nvPr/>
        </p:nvSpPr>
        <p:spPr>
          <a:xfrm>
            <a:off x="5029200" y="2286000"/>
            <a:ext cx="228240" cy="456840"/>
          </a:xfrm>
          <a:custGeom>
            <a:avLst/>
            <a:gdLst/>
            <a:ahLst/>
            <a:rect l="l" t="t" r="r" b="b"/>
            <a:pathLst>
              <a:path w="3448" h="4947">
                <a:moveTo>
                  <a:pt x="1944" y="2928"/>
                </a:moveTo>
                <a:cubicBezTo>
                  <a:pt x="1941" y="2982"/>
                  <a:pt x="1938" y="3036"/>
                  <a:pt x="1933" y="3090"/>
                </a:cubicBezTo>
                <a:cubicBezTo>
                  <a:pt x="1924" y="3131"/>
                  <a:pt x="1915" y="3172"/>
                  <a:pt x="1905" y="3214"/>
                </a:cubicBezTo>
                <a:cubicBezTo>
                  <a:pt x="1891" y="3246"/>
                  <a:pt x="1877" y="3278"/>
                  <a:pt x="1861" y="3312"/>
                </a:cubicBezTo>
                <a:cubicBezTo>
                  <a:pt x="1843" y="3340"/>
                  <a:pt x="1825" y="3368"/>
                  <a:pt x="1805" y="3398"/>
                </a:cubicBezTo>
                <a:cubicBezTo>
                  <a:pt x="1775" y="3437"/>
                  <a:pt x="1745" y="3476"/>
                  <a:pt x="1715" y="3517"/>
                </a:cubicBezTo>
                <a:cubicBezTo>
                  <a:pt x="1685" y="3548"/>
                  <a:pt x="1655" y="3579"/>
                  <a:pt x="1625" y="3612"/>
                </a:cubicBezTo>
                <a:cubicBezTo>
                  <a:pt x="1602" y="3646"/>
                  <a:pt x="1579" y="3680"/>
                  <a:pt x="1556" y="3716"/>
                </a:cubicBezTo>
                <a:cubicBezTo>
                  <a:pt x="1547" y="3766"/>
                  <a:pt x="1538" y="3816"/>
                  <a:pt x="1529" y="3868"/>
                </a:cubicBezTo>
                <a:cubicBezTo>
                  <a:pt x="1532" y="3914"/>
                  <a:pt x="1535" y="3960"/>
                  <a:pt x="1538" y="4008"/>
                </a:cubicBezTo>
                <a:cubicBezTo>
                  <a:pt x="1545" y="4052"/>
                  <a:pt x="1552" y="4096"/>
                  <a:pt x="1560" y="4141"/>
                </a:cubicBezTo>
                <a:cubicBezTo>
                  <a:pt x="1569" y="4183"/>
                  <a:pt x="1578" y="4225"/>
                  <a:pt x="1587" y="4268"/>
                </a:cubicBezTo>
                <a:cubicBezTo>
                  <a:pt x="1595" y="4309"/>
                  <a:pt x="1603" y="4350"/>
                  <a:pt x="1612" y="4393"/>
                </a:cubicBezTo>
                <a:cubicBezTo>
                  <a:pt x="1620" y="4412"/>
                  <a:pt x="1628" y="4431"/>
                  <a:pt x="1636" y="4451"/>
                </a:cubicBezTo>
                <a:cubicBezTo>
                  <a:pt x="1645" y="4475"/>
                  <a:pt x="1654" y="4499"/>
                  <a:pt x="1664" y="4524"/>
                </a:cubicBezTo>
                <a:cubicBezTo>
                  <a:pt x="1671" y="4545"/>
                  <a:pt x="1678" y="4566"/>
                  <a:pt x="1685" y="4587"/>
                </a:cubicBezTo>
                <a:cubicBezTo>
                  <a:pt x="1688" y="4596"/>
                  <a:pt x="1691" y="4605"/>
                  <a:pt x="1695" y="4614"/>
                </a:cubicBezTo>
                <a:cubicBezTo>
                  <a:pt x="1711" y="4604"/>
                  <a:pt x="1727" y="4594"/>
                  <a:pt x="1745" y="4582"/>
                </a:cubicBezTo>
                <a:cubicBezTo>
                  <a:pt x="1765" y="4577"/>
                  <a:pt x="1785" y="4572"/>
                  <a:pt x="1805" y="4565"/>
                </a:cubicBezTo>
                <a:cubicBezTo>
                  <a:pt x="1825" y="4563"/>
                  <a:pt x="1845" y="4561"/>
                  <a:pt x="1866" y="4559"/>
                </a:cubicBezTo>
                <a:cubicBezTo>
                  <a:pt x="1882" y="4559"/>
                  <a:pt x="1898" y="4559"/>
                  <a:pt x="1916" y="4559"/>
                </a:cubicBezTo>
                <a:cubicBezTo>
                  <a:pt x="1935" y="4560"/>
                  <a:pt x="1954" y="4561"/>
                  <a:pt x="1973" y="4563"/>
                </a:cubicBezTo>
                <a:cubicBezTo>
                  <a:pt x="1997" y="4566"/>
                  <a:pt x="2021" y="4569"/>
                  <a:pt x="2047" y="4573"/>
                </a:cubicBezTo>
                <a:cubicBezTo>
                  <a:pt x="2068" y="4576"/>
                  <a:pt x="2089" y="4579"/>
                  <a:pt x="2110" y="4582"/>
                </a:cubicBezTo>
                <a:cubicBezTo>
                  <a:pt x="2119" y="4583"/>
                  <a:pt x="2128" y="4584"/>
                  <a:pt x="2137" y="4587"/>
                </a:cubicBezTo>
                <a:cubicBezTo>
                  <a:pt x="2125" y="4570"/>
                  <a:pt x="2113" y="4553"/>
                  <a:pt x="2100" y="4536"/>
                </a:cubicBezTo>
                <a:cubicBezTo>
                  <a:pt x="2091" y="4515"/>
                  <a:pt x="2082" y="4494"/>
                  <a:pt x="2071" y="4472"/>
                </a:cubicBezTo>
                <a:cubicBezTo>
                  <a:pt x="2063" y="4449"/>
                  <a:pt x="2055" y="4426"/>
                  <a:pt x="2047" y="4403"/>
                </a:cubicBezTo>
                <a:cubicBezTo>
                  <a:pt x="2040" y="4382"/>
                  <a:pt x="2033" y="4361"/>
                  <a:pt x="2026" y="4338"/>
                </a:cubicBezTo>
                <a:cubicBezTo>
                  <a:pt x="2001" y="4275"/>
                  <a:pt x="1976" y="4212"/>
                  <a:pt x="1951" y="4149"/>
                </a:cubicBezTo>
                <a:cubicBezTo>
                  <a:pt x="1941" y="4103"/>
                  <a:pt x="1931" y="4057"/>
                  <a:pt x="1921" y="4009"/>
                </a:cubicBezTo>
                <a:cubicBezTo>
                  <a:pt x="1922" y="3975"/>
                  <a:pt x="1923" y="3941"/>
                  <a:pt x="1925" y="3905"/>
                </a:cubicBezTo>
                <a:cubicBezTo>
                  <a:pt x="1934" y="3879"/>
                  <a:pt x="1943" y="3853"/>
                  <a:pt x="1954" y="3825"/>
                </a:cubicBezTo>
                <a:cubicBezTo>
                  <a:pt x="1969" y="3803"/>
                  <a:pt x="1984" y="3781"/>
                  <a:pt x="1999" y="3757"/>
                </a:cubicBezTo>
                <a:cubicBezTo>
                  <a:pt x="2034" y="3705"/>
                  <a:pt x="2069" y="3653"/>
                  <a:pt x="2105" y="3599"/>
                </a:cubicBezTo>
                <a:cubicBezTo>
                  <a:pt x="2138" y="3549"/>
                  <a:pt x="2171" y="3499"/>
                  <a:pt x="2206" y="3449"/>
                </a:cubicBezTo>
                <a:cubicBezTo>
                  <a:pt x="2232" y="3398"/>
                  <a:pt x="2258" y="3347"/>
                  <a:pt x="2286" y="3294"/>
                </a:cubicBezTo>
                <a:cubicBezTo>
                  <a:pt x="2301" y="3237"/>
                  <a:pt x="2316" y="3180"/>
                  <a:pt x="2331" y="3122"/>
                </a:cubicBezTo>
                <a:cubicBezTo>
                  <a:pt x="2331" y="3100"/>
                  <a:pt x="2331" y="3078"/>
                  <a:pt x="2331" y="3054"/>
                </a:cubicBezTo>
                <a:cubicBezTo>
                  <a:pt x="2331" y="3029"/>
                  <a:pt x="2331" y="3004"/>
                  <a:pt x="2331" y="2979"/>
                </a:cubicBezTo>
                <a:cubicBezTo>
                  <a:pt x="2331" y="2953"/>
                  <a:pt x="2331" y="2927"/>
                  <a:pt x="2331" y="2899"/>
                </a:cubicBezTo>
                <a:cubicBezTo>
                  <a:pt x="2331" y="2872"/>
                  <a:pt x="2331" y="2845"/>
                  <a:pt x="2331" y="2817"/>
                </a:cubicBezTo>
                <a:cubicBezTo>
                  <a:pt x="2324" y="2811"/>
                  <a:pt x="2317" y="2805"/>
                  <a:pt x="2310" y="2797"/>
                </a:cubicBezTo>
                <a:cubicBezTo>
                  <a:pt x="2305" y="2791"/>
                  <a:pt x="2300" y="2785"/>
                  <a:pt x="2293" y="2779"/>
                </a:cubicBezTo>
                <a:cubicBezTo>
                  <a:pt x="2289" y="2775"/>
                  <a:pt x="2285" y="2771"/>
                  <a:pt x="2280" y="2766"/>
                </a:cubicBezTo>
                <a:cubicBezTo>
                  <a:pt x="2279" y="2765"/>
                  <a:pt x="2278" y="2764"/>
                  <a:pt x="2276" y="2762"/>
                </a:cubicBezTo>
                <a:cubicBezTo>
                  <a:pt x="2243" y="2770"/>
                  <a:pt x="2210" y="2778"/>
                  <a:pt x="2177" y="2788"/>
                </a:cubicBezTo>
                <a:cubicBezTo>
                  <a:pt x="2148" y="2800"/>
                  <a:pt x="2119" y="2812"/>
                  <a:pt x="2088" y="2824"/>
                </a:cubicBezTo>
                <a:cubicBezTo>
                  <a:pt x="2062" y="2839"/>
                  <a:pt x="2036" y="2854"/>
                  <a:pt x="2010" y="2870"/>
                </a:cubicBezTo>
                <a:cubicBezTo>
                  <a:pt x="1988" y="2889"/>
                  <a:pt x="1966" y="2908"/>
                  <a:pt x="1944" y="2928"/>
                </a:cubicBezTo>
                <a:close/>
                <a:moveTo>
                  <a:pt x="2635" y="2707"/>
                </a:moveTo>
                <a:cubicBezTo>
                  <a:pt x="2587" y="2712"/>
                  <a:pt x="2539" y="2717"/>
                  <a:pt x="2491" y="2722"/>
                </a:cubicBezTo>
                <a:cubicBezTo>
                  <a:pt x="2467" y="2724"/>
                  <a:pt x="2443" y="2726"/>
                  <a:pt x="2417" y="2730"/>
                </a:cubicBezTo>
                <a:cubicBezTo>
                  <a:pt x="2408" y="2731"/>
                  <a:pt x="2399" y="2732"/>
                  <a:pt x="2389" y="2733"/>
                </a:cubicBezTo>
                <a:cubicBezTo>
                  <a:pt x="2388" y="2733"/>
                  <a:pt x="2387" y="2733"/>
                  <a:pt x="2386" y="2734"/>
                </a:cubicBezTo>
                <a:cubicBezTo>
                  <a:pt x="2378" y="2734"/>
                  <a:pt x="2370" y="2734"/>
                  <a:pt x="2360" y="2734"/>
                </a:cubicBezTo>
                <a:cubicBezTo>
                  <a:pt x="2350" y="2734"/>
                  <a:pt x="2340" y="2734"/>
                  <a:pt x="2330" y="2734"/>
                </a:cubicBezTo>
                <a:cubicBezTo>
                  <a:pt x="2320" y="2734"/>
                  <a:pt x="2310" y="2734"/>
                  <a:pt x="2300" y="2734"/>
                </a:cubicBezTo>
                <a:cubicBezTo>
                  <a:pt x="2292" y="2734"/>
                  <a:pt x="2284" y="2734"/>
                  <a:pt x="2276" y="2734"/>
                </a:cubicBezTo>
                <a:cubicBezTo>
                  <a:pt x="2276" y="2735"/>
                  <a:pt x="2276" y="2736"/>
                  <a:pt x="2276" y="2738"/>
                </a:cubicBezTo>
                <a:cubicBezTo>
                  <a:pt x="2276" y="2741"/>
                  <a:pt x="2276" y="2744"/>
                  <a:pt x="2276" y="2748"/>
                </a:cubicBezTo>
                <a:cubicBezTo>
                  <a:pt x="2276" y="2751"/>
                  <a:pt x="2276" y="2754"/>
                  <a:pt x="2276" y="2757"/>
                </a:cubicBezTo>
                <a:cubicBezTo>
                  <a:pt x="2276" y="2758"/>
                  <a:pt x="2276" y="2759"/>
                  <a:pt x="2276" y="2762"/>
                </a:cubicBezTo>
                <a:cubicBezTo>
                  <a:pt x="2277" y="2763"/>
                  <a:pt x="2278" y="2764"/>
                  <a:pt x="2280" y="2766"/>
                </a:cubicBezTo>
                <a:cubicBezTo>
                  <a:pt x="2284" y="2770"/>
                  <a:pt x="2288" y="2774"/>
                  <a:pt x="2293" y="2779"/>
                </a:cubicBezTo>
                <a:cubicBezTo>
                  <a:pt x="2298" y="2785"/>
                  <a:pt x="2303" y="2791"/>
                  <a:pt x="2310" y="2797"/>
                </a:cubicBezTo>
                <a:cubicBezTo>
                  <a:pt x="2317" y="2803"/>
                  <a:pt x="2324" y="2809"/>
                  <a:pt x="2331" y="2817"/>
                </a:cubicBezTo>
                <a:cubicBezTo>
                  <a:pt x="2349" y="2840"/>
                  <a:pt x="2367" y="2863"/>
                  <a:pt x="2386" y="2888"/>
                </a:cubicBezTo>
                <a:cubicBezTo>
                  <a:pt x="2397" y="2918"/>
                  <a:pt x="2408" y="2948"/>
                  <a:pt x="2419" y="2979"/>
                </a:cubicBezTo>
                <a:cubicBezTo>
                  <a:pt x="2422" y="3019"/>
                  <a:pt x="2425" y="3059"/>
                  <a:pt x="2428" y="3099"/>
                </a:cubicBezTo>
                <a:cubicBezTo>
                  <a:pt x="2422" y="3153"/>
                  <a:pt x="2416" y="3207"/>
                  <a:pt x="2408" y="3263"/>
                </a:cubicBezTo>
                <a:cubicBezTo>
                  <a:pt x="2392" y="3335"/>
                  <a:pt x="2376" y="3407"/>
                  <a:pt x="2358" y="3481"/>
                </a:cubicBezTo>
                <a:cubicBezTo>
                  <a:pt x="2349" y="3515"/>
                  <a:pt x="2340" y="3549"/>
                  <a:pt x="2329" y="3584"/>
                </a:cubicBezTo>
                <a:cubicBezTo>
                  <a:pt x="2317" y="3618"/>
                  <a:pt x="2305" y="3652"/>
                  <a:pt x="2292" y="3688"/>
                </a:cubicBezTo>
                <a:cubicBezTo>
                  <a:pt x="2282" y="3722"/>
                  <a:pt x="2272" y="3756"/>
                  <a:pt x="2260" y="3791"/>
                </a:cubicBezTo>
                <a:cubicBezTo>
                  <a:pt x="2256" y="3826"/>
                  <a:pt x="2252" y="3861"/>
                  <a:pt x="2247" y="3896"/>
                </a:cubicBezTo>
                <a:cubicBezTo>
                  <a:pt x="2252" y="3967"/>
                  <a:pt x="2257" y="4038"/>
                  <a:pt x="2263" y="4110"/>
                </a:cubicBezTo>
                <a:cubicBezTo>
                  <a:pt x="2280" y="4172"/>
                  <a:pt x="2297" y="4234"/>
                  <a:pt x="2315" y="4297"/>
                </a:cubicBezTo>
                <a:cubicBezTo>
                  <a:pt x="2344" y="4355"/>
                  <a:pt x="2373" y="4413"/>
                  <a:pt x="2402" y="4472"/>
                </a:cubicBezTo>
                <a:cubicBezTo>
                  <a:pt x="2443" y="4530"/>
                  <a:pt x="2484" y="4588"/>
                  <a:pt x="2527" y="4647"/>
                </a:cubicBezTo>
                <a:cubicBezTo>
                  <a:pt x="2581" y="4709"/>
                  <a:pt x="2635" y="4771"/>
                  <a:pt x="2690" y="4835"/>
                </a:cubicBezTo>
                <a:cubicBezTo>
                  <a:pt x="2701" y="4840"/>
                  <a:pt x="2712" y="4845"/>
                  <a:pt x="2723" y="4852"/>
                </a:cubicBezTo>
                <a:cubicBezTo>
                  <a:pt x="2738" y="4864"/>
                  <a:pt x="2753" y="4876"/>
                  <a:pt x="2770" y="4890"/>
                </a:cubicBezTo>
                <a:cubicBezTo>
                  <a:pt x="2783" y="4902"/>
                  <a:pt x="2796" y="4914"/>
                  <a:pt x="2811" y="4928"/>
                </a:cubicBezTo>
                <a:cubicBezTo>
                  <a:pt x="2817" y="4934"/>
                  <a:pt x="2823" y="4940"/>
                  <a:pt x="2829" y="4946"/>
                </a:cubicBezTo>
                <a:cubicBezTo>
                  <a:pt x="2852" y="4925"/>
                  <a:pt x="2875" y="4904"/>
                  <a:pt x="2899" y="4881"/>
                </a:cubicBezTo>
                <a:cubicBezTo>
                  <a:pt x="2927" y="4869"/>
                  <a:pt x="2955" y="4857"/>
                  <a:pt x="2983" y="4845"/>
                </a:cubicBezTo>
                <a:cubicBezTo>
                  <a:pt x="3013" y="4839"/>
                  <a:pt x="3043" y="4833"/>
                  <a:pt x="3073" y="4825"/>
                </a:cubicBezTo>
                <a:cubicBezTo>
                  <a:pt x="3102" y="4820"/>
                  <a:pt x="3131" y="4815"/>
                  <a:pt x="3161" y="4808"/>
                </a:cubicBezTo>
                <a:cubicBezTo>
                  <a:pt x="3167" y="4808"/>
                  <a:pt x="3173" y="4808"/>
                  <a:pt x="3180" y="4808"/>
                </a:cubicBezTo>
                <a:cubicBezTo>
                  <a:pt x="3186" y="4809"/>
                  <a:pt x="3192" y="4810"/>
                  <a:pt x="3198" y="4811"/>
                </a:cubicBezTo>
                <a:cubicBezTo>
                  <a:pt x="3202" y="4813"/>
                  <a:pt x="3206" y="4815"/>
                  <a:pt x="3210" y="4819"/>
                </a:cubicBezTo>
                <a:cubicBezTo>
                  <a:pt x="3211" y="4824"/>
                  <a:pt x="3212" y="4829"/>
                  <a:pt x="3215" y="4835"/>
                </a:cubicBezTo>
                <a:cubicBezTo>
                  <a:pt x="3178" y="4809"/>
                  <a:pt x="3141" y="4783"/>
                  <a:pt x="3104" y="4757"/>
                </a:cubicBezTo>
                <a:cubicBezTo>
                  <a:pt x="3076" y="4734"/>
                  <a:pt x="3048" y="4711"/>
                  <a:pt x="3018" y="4686"/>
                </a:cubicBezTo>
                <a:cubicBezTo>
                  <a:pt x="2995" y="4665"/>
                  <a:pt x="2972" y="4644"/>
                  <a:pt x="2947" y="4621"/>
                </a:cubicBezTo>
                <a:cubicBezTo>
                  <a:pt x="2926" y="4601"/>
                  <a:pt x="2905" y="4581"/>
                  <a:pt x="2884" y="4559"/>
                </a:cubicBezTo>
                <a:cubicBezTo>
                  <a:pt x="2844" y="4512"/>
                  <a:pt x="2804" y="4465"/>
                  <a:pt x="2762" y="4416"/>
                </a:cubicBezTo>
                <a:cubicBezTo>
                  <a:pt x="2731" y="4370"/>
                  <a:pt x="2700" y="4324"/>
                  <a:pt x="2668" y="4277"/>
                </a:cubicBezTo>
                <a:cubicBezTo>
                  <a:pt x="2649" y="4226"/>
                  <a:pt x="2630" y="4175"/>
                  <a:pt x="2610" y="4122"/>
                </a:cubicBezTo>
                <a:cubicBezTo>
                  <a:pt x="2606" y="4060"/>
                  <a:pt x="2602" y="3998"/>
                  <a:pt x="2596" y="3936"/>
                </a:cubicBezTo>
                <a:cubicBezTo>
                  <a:pt x="2609" y="3858"/>
                  <a:pt x="2622" y="3780"/>
                  <a:pt x="2635" y="3702"/>
                </a:cubicBezTo>
                <a:cubicBezTo>
                  <a:pt x="2654" y="3628"/>
                  <a:pt x="2673" y="3554"/>
                  <a:pt x="2694" y="3480"/>
                </a:cubicBezTo>
                <a:cubicBezTo>
                  <a:pt x="2709" y="3423"/>
                  <a:pt x="2724" y="3366"/>
                  <a:pt x="2741" y="3307"/>
                </a:cubicBezTo>
                <a:cubicBezTo>
                  <a:pt x="2751" y="3262"/>
                  <a:pt x="2761" y="3217"/>
                  <a:pt x="2773" y="3170"/>
                </a:cubicBezTo>
                <a:cubicBezTo>
                  <a:pt x="2779" y="3132"/>
                  <a:pt x="2785" y="3094"/>
                  <a:pt x="2793" y="3056"/>
                </a:cubicBezTo>
                <a:cubicBezTo>
                  <a:pt x="2795" y="3023"/>
                  <a:pt x="2797" y="2990"/>
                  <a:pt x="2800" y="2955"/>
                </a:cubicBezTo>
                <a:cubicBezTo>
                  <a:pt x="2798" y="2929"/>
                  <a:pt x="2796" y="2903"/>
                  <a:pt x="2794" y="2877"/>
                </a:cubicBezTo>
                <a:cubicBezTo>
                  <a:pt x="2789" y="2855"/>
                  <a:pt x="2784" y="2833"/>
                  <a:pt x="2779" y="2810"/>
                </a:cubicBezTo>
                <a:cubicBezTo>
                  <a:pt x="2771" y="2791"/>
                  <a:pt x="2763" y="2772"/>
                  <a:pt x="2754" y="2753"/>
                </a:cubicBezTo>
                <a:cubicBezTo>
                  <a:pt x="2742" y="2738"/>
                  <a:pt x="2730" y="2723"/>
                  <a:pt x="2718" y="2707"/>
                </a:cubicBezTo>
                <a:cubicBezTo>
                  <a:pt x="2711" y="2707"/>
                  <a:pt x="2704" y="2707"/>
                  <a:pt x="2697" y="2707"/>
                </a:cubicBezTo>
                <a:cubicBezTo>
                  <a:pt x="2690" y="2707"/>
                  <a:pt x="2683" y="2707"/>
                  <a:pt x="2676" y="2707"/>
                </a:cubicBezTo>
                <a:cubicBezTo>
                  <a:pt x="2669" y="2707"/>
                  <a:pt x="2662" y="2707"/>
                  <a:pt x="2655" y="2707"/>
                </a:cubicBezTo>
                <a:cubicBezTo>
                  <a:pt x="2649" y="2707"/>
                  <a:pt x="2643" y="2707"/>
                  <a:pt x="2635" y="2707"/>
                </a:cubicBezTo>
                <a:close/>
                <a:moveTo>
                  <a:pt x="3298" y="1325"/>
                </a:moveTo>
                <a:cubicBezTo>
                  <a:pt x="3285" y="1318"/>
                  <a:pt x="3272" y="1311"/>
                  <a:pt x="3257" y="1304"/>
                </a:cubicBezTo>
                <a:cubicBezTo>
                  <a:pt x="3245" y="1298"/>
                  <a:pt x="3233" y="1292"/>
                  <a:pt x="3219" y="1286"/>
                </a:cubicBezTo>
                <a:cubicBezTo>
                  <a:pt x="3208" y="1282"/>
                  <a:pt x="3197" y="1278"/>
                  <a:pt x="3185" y="1273"/>
                </a:cubicBezTo>
                <a:cubicBezTo>
                  <a:pt x="3177" y="1272"/>
                  <a:pt x="3169" y="1271"/>
                  <a:pt x="3160" y="1269"/>
                </a:cubicBezTo>
                <a:cubicBezTo>
                  <a:pt x="3118" y="1251"/>
                  <a:pt x="3076" y="1233"/>
                  <a:pt x="3033" y="1215"/>
                </a:cubicBezTo>
                <a:cubicBezTo>
                  <a:pt x="2994" y="1187"/>
                  <a:pt x="2955" y="1159"/>
                  <a:pt x="2914" y="1131"/>
                </a:cubicBezTo>
                <a:cubicBezTo>
                  <a:pt x="2884" y="1089"/>
                  <a:pt x="2854" y="1047"/>
                  <a:pt x="2822" y="1005"/>
                </a:cubicBezTo>
                <a:cubicBezTo>
                  <a:pt x="2806" y="946"/>
                  <a:pt x="2790" y="887"/>
                  <a:pt x="2774" y="827"/>
                </a:cubicBezTo>
                <a:cubicBezTo>
                  <a:pt x="2774" y="774"/>
                  <a:pt x="2774" y="721"/>
                  <a:pt x="2774" y="667"/>
                </a:cubicBezTo>
                <a:cubicBezTo>
                  <a:pt x="2774" y="640"/>
                  <a:pt x="2774" y="613"/>
                  <a:pt x="2774" y="585"/>
                </a:cubicBezTo>
                <a:cubicBezTo>
                  <a:pt x="2774" y="575"/>
                  <a:pt x="2774" y="565"/>
                  <a:pt x="2774" y="555"/>
                </a:cubicBezTo>
                <a:cubicBezTo>
                  <a:pt x="2774" y="554"/>
                  <a:pt x="2774" y="553"/>
                  <a:pt x="2774" y="551"/>
                </a:cubicBezTo>
                <a:cubicBezTo>
                  <a:pt x="2755" y="487"/>
                  <a:pt x="2736" y="423"/>
                  <a:pt x="2717" y="358"/>
                </a:cubicBezTo>
                <a:cubicBezTo>
                  <a:pt x="2678" y="318"/>
                  <a:pt x="2639" y="278"/>
                  <a:pt x="2600" y="236"/>
                </a:cubicBezTo>
                <a:cubicBezTo>
                  <a:pt x="2544" y="218"/>
                  <a:pt x="2488" y="200"/>
                  <a:pt x="2431" y="181"/>
                </a:cubicBezTo>
                <a:cubicBezTo>
                  <a:pt x="2361" y="184"/>
                  <a:pt x="2291" y="187"/>
                  <a:pt x="2221" y="192"/>
                </a:cubicBezTo>
                <a:cubicBezTo>
                  <a:pt x="2173" y="202"/>
                  <a:pt x="2125" y="212"/>
                  <a:pt x="2076" y="223"/>
                </a:cubicBezTo>
                <a:cubicBezTo>
                  <a:pt x="2052" y="228"/>
                  <a:pt x="2028" y="233"/>
                  <a:pt x="2002" y="239"/>
                </a:cubicBezTo>
                <a:cubicBezTo>
                  <a:pt x="1993" y="241"/>
                  <a:pt x="1984" y="243"/>
                  <a:pt x="1974" y="245"/>
                </a:cubicBezTo>
                <a:cubicBezTo>
                  <a:pt x="1973" y="245"/>
                  <a:pt x="1972" y="245"/>
                  <a:pt x="1971" y="246"/>
                </a:cubicBezTo>
                <a:cubicBezTo>
                  <a:pt x="1937" y="249"/>
                  <a:pt x="1903" y="252"/>
                  <a:pt x="1868" y="255"/>
                </a:cubicBezTo>
                <a:cubicBezTo>
                  <a:pt x="1839" y="252"/>
                  <a:pt x="1810" y="249"/>
                  <a:pt x="1779" y="245"/>
                </a:cubicBezTo>
                <a:cubicBezTo>
                  <a:pt x="1747" y="234"/>
                  <a:pt x="1715" y="223"/>
                  <a:pt x="1683" y="212"/>
                </a:cubicBezTo>
                <a:cubicBezTo>
                  <a:pt x="1642" y="191"/>
                  <a:pt x="1601" y="170"/>
                  <a:pt x="1560" y="149"/>
                </a:cubicBezTo>
                <a:cubicBezTo>
                  <a:pt x="1504" y="117"/>
                  <a:pt x="1448" y="85"/>
                  <a:pt x="1391" y="53"/>
                </a:cubicBezTo>
                <a:cubicBezTo>
                  <a:pt x="1353" y="36"/>
                  <a:pt x="1315" y="19"/>
                  <a:pt x="1275" y="0"/>
                </a:cubicBezTo>
                <a:cubicBezTo>
                  <a:pt x="1233" y="2"/>
                  <a:pt x="1191" y="4"/>
                  <a:pt x="1149" y="8"/>
                </a:cubicBezTo>
                <a:cubicBezTo>
                  <a:pt x="1111" y="29"/>
                  <a:pt x="1073" y="50"/>
                  <a:pt x="1033" y="72"/>
                </a:cubicBezTo>
                <a:cubicBezTo>
                  <a:pt x="1005" y="112"/>
                  <a:pt x="977" y="152"/>
                  <a:pt x="949" y="192"/>
                </a:cubicBezTo>
                <a:cubicBezTo>
                  <a:pt x="921" y="257"/>
                  <a:pt x="893" y="322"/>
                  <a:pt x="863" y="387"/>
                </a:cubicBezTo>
                <a:cubicBezTo>
                  <a:pt x="840" y="431"/>
                  <a:pt x="817" y="475"/>
                  <a:pt x="793" y="521"/>
                </a:cubicBezTo>
                <a:cubicBezTo>
                  <a:pt x="769" y="551"/>
                  <a:pt x="745" y="581"/>
                  <a:pt x="721" y="613"/>
                </a:cubicBezTo>
                <a:cubicBezTo>
                  <a:pt x="691" y="635"/>
                  <a:pt x="661" y="657"/>
                  <a:pt x="631" y="681"/>
                </a:cubicBezTo>
                <a:cubicBezTo>
                  <a:pt x="590" y="702"/>
                  <a:pt x="549" y="723"/>
                  <a:pt x="506" y="745"/>
                </a:cubicBezTo>
                <a:cubicBezTo>
                  <a:pt x="464" y="766"/>
                  <a:pt x="422" y="787"/>
                  <a:pt x="378" y="808"/>
                </a:cubicBezTo>
                <a:cubicBezTo>
                  <a:pt x="356" y="819"/>
                  <a:pt x="334" y="830"/>
                  <a:pt x="312" y="841"/>
                </a:cubicBezTo>
                <a:cubicBezTo>
                  <a:pt x="304" y="845"/>
                  <a:pt x="296" y="849"/>
                  <a:pt x="288" y="853"/>
                </a:cubicBezTo>
                <a:cubicBezTo>
                  <a:pt x="287" y="853"/>
                  <a:pt x="286" y="853"/>
                  <a:pt x="285" y="855"/>
                </a:cubicBezTo>
                <a:cubicBezTo>
                  <a:pt x="244" y="891"/>
                  <a:pt x="203" y="927"/>
                  <a:pt x="161" y="964"/>
                </a:cubicBezTo>
                <a:cubicBezTo>
                  <a:pt x="137" y="1005"/>
                  <a:pt x="113" y="1046"/>
                  <a:pt x="88" y="1089"/>
                </a:cubicBezTo>
                <a:cubicBezTo>
                  <a:pt x="83" y="1137"/>
                  <a:pt x="78" y="1185"/>
                  <a:pt x="71" y="1235"/>
                </a:cubicBezTo>
                <a:cubicBezTo>
                  <a:pt x="87" y="1292"/>
                  <a:pt x="103" y="1349"/>
                  <a:pt x="120" y="1408"/>
                </a:cubicBezTo>
                <a:cubicBezTo>
                  <a:pt x="133" y="1456"/>
                  <a:pt x="146" y="1504"/>
                  <a:pt x="161" y="1554"/>
                </a:cubicBezTo>
                <a:cubicBezTo>
                  <a:pt x="162" y="1611"/>
                  <a:pt x="163" y="1668"/>
                  <a:pt x="164" y="1725"/>
                </a:cubicBezTo>
                <a:cubicBezTo>
                  <a:pt x="153" y="1782"/>
                  <a:pt x="142" y="1839"/>
                  <a:pt x="130" y="1897"/>
                </a:cubicBezTo>
                <a:cubicBezTo>
                  <a:pt x="108" y="1945"/>
                  <a:pt x="86" y="1993"/>
                  <a:pt x="64" y="2043"/>
                </a:cubicBezTo>
                <a:cubicBezTo>
                  <a:pt x="43" y="2092"/>
                  <a:pt x="22" y="2141"/>
                  <a:pt x="0" y="2191"/>
                </a:cubicBezTo>
                <a:cubicBezTo>
                  <a:pt x="2" y="2238"/>
                  <a:pt x="4" y="2285"/>
                  <a:pt x="8" y="2333"/>
                </a:cubicBezTo>
                <a:cubicBezTo>
                  <a:pt x="31" y="2373"/>
                  <a:pt x="54" y="2413"/>
                  <a:pt x="79" y="2455"/>
                </a:cubicBezTo>
                <a:cubicBezTo>
                  <a:pt x="120" y="2484"/>
                  <a:pt x="161" y="2513"/>
                  <a:pt x="202" y="2542"/>
                </a:cubicBezTo>
                <a:cubicBezTo>
                  <a:pt x="213" y="2543"/>
                  <a:pt x="224" y="2544"/>
                  <a:pt x="236" y="2546"/>
                </a:cubicBezTo>
                <a:cubicBezTo>
                  <a:pt x="254" y="2549"/>
                  <a:pt x="272" y="2552"/>
                  <a:pt x="292" y="2555"/>
                </a:cubicBezTo>
                <a:cubicBezTo>
                  <a:pt x="313" y="2558"/>
                  <a:pt x="334" y="2561"/>
                  <a:pt x="357" y="2564"/>
                </a:cubicBezTo>
                <a:cubicBezTo>
                  <a:pt x="379" y="2565"/>
                  <a:pt x="401" y="2566"/>
                  <a:pt x="423" y="2569"/>
                </a:cubicBezTo>
                <a:cubicBezTo>
                  <a:pt x="462" y="2573"/>
                  <a:pt x="501" y="2577"/>
                  <a:pt x="541" y="2581"/>
                </a:cubicBezTo>
                <a:cubicBezTo>
                  <a:pt x="588" y="2595"/>
                  <a:pt x="635" y="2609"/>
                  <a:pt x="682" y="2624"/>
                </a:cubicBezTo>
                <a:cubicBezTo>
                  <a:pt x="734" y="2652"/>
                  <a:pt x="786" y="2680"/>
                  <a:pt x="839" y="2709"/>
                </a:cubicBezTo>
                <a:cubicBezTo>
                  <a:pt x="894" y="2754"/>
                  <a:pt x="949" y="2799"/>
                  <a:pt x="1004" y="2846"/>
                </a:cubicBezTo>
                <a:cubicBezTo>
                  <a:pt x="1018" y="2865"/>
                  <a:pt x="1032" y="2884"/>
                  <a:pt x="1046" y="2904"/>
                </a:cubicBezTo>
                <a:cubicBezTo>
                  <a:pt x="1061" y="2924"/>
                  <a:pt x="1076" y="2944"/>
                  <a:pt x="1093" y="2966"/>
                </a:cubicBezTo>
                <a:cubicBezTo>
                  <a:pt x="1112" y="2991"/>
                  <a:pt x="1131" y="3016"/>
                  <a:pt x="1151" y="3043"/>
                </a:cubicBezTo>
                <a:cubicBezTo>
                  <a:pt x="1175" y="3078"/>
                  <a:pt x="1199" y="3113"/>
                  <a:pt x="1225" y="3149"/>
                </a:cubicBezTo>
                <a:cubicBezTo>
                  <a:pt x="1262" y="3173"/>
                  <a:pt x="1299" y="3197"/>
                  <a:pt x="1338" y="3222"/>
                </a:cubicBezTo>
                <a:cubicBezTo>
                  <a:pt x="1387" y="3227"/>
                  <a:pt x="1436" y="3232"/>
                  <a:pt x="1487" y="3239"/>
                </a:cubicBezTo>
                <a:cubicBezTo>
                  <a:pt x="1537" y="3227"/>
                  <a:pt x="1587" y="3215"/>
                  <a:pt x="1637" y="3203"/>
                </a:cubicBezTo>
                <a:cubicBezTo>
                  <a:pt x="1674" y="3176"/>
                  <a:pt x="1711" y="3149"/>
                  <a:pt x="1750" y="3122"/>
                </a:cubicBezTo>
                <a:cubicBezTo>
                  <a:pt x="1758" y="3114"/>
                  <a:pt x="1766" y="3106"/>
                  <a:pt x="1775" y="3096"/>
                </a:cubicBezTo>
                <a:cubicBezTo>
                  <a:pt x="1786" y="3085"/>
                  <a:pt x="1797" y="3074"/>
                  <a:pt x="1809" y="3063"/>
                </a:cubicBezTo>
                <a:cubicBezTo>
                  <a:pt x="1821" y="3050"/>
                  <a:pt x="1833" y="3037"/>
                  <a:pt x="1847" y="3024"/>
                </a:cubicBezTo>
                <a:cubicBezTo>
                  <a:pt x="1861" y="3011"/>
                  <a:pt x="1875" y="2998"/>
                  <a:pt x="1889" y="2984"/>
                </a:cubicBezTo>
                <a:cubicBezTo>
                  <a:pt x="1911" y="2965"/>
                  <a:pt x="1933" y="2946"/>
                  <a:pt x="1955" y="2926"/>
                </a:cubicBezTo>
                <a:cubicBezTo>
                  <a:pt x="1981" y="2911"/>
                  <a:pt x="2007" y="2896"/>
                  <a:pt x="2033" y="2880"/>
                </a:cubicBezTo>
                <a:cubicBezTo>
                  <a:pt x="2062" y="2868"/>
                  <a:pt x="2091" y="2856"/>
                  <a:pt x="2122" y="2844"/>
                </a:cubicBezTo>
                <a:cubicBezTo>
                  <a:pt x="2155" y="2836"/>
                  <a:pt x="2188" y="2828"/>
                  <a:pt x="2221" y="2818"/>
                </a:cubicBezTo>
                <a:cubicBezTo>
                  <a:pt x="2221" y="2817"/>
                  <a:pt x="2221" y="2816"/>
                  <a:pt x="2221" y="2813"/>
                </a:cubicBezTo>
                <a:cubicBezTo>
                  <a:pt x="2221" y="2810"/>
                  <a:pt x="2221" y="2807"/>
                  <a:pt x="2221" y="2804"/>
                </a:cubicBezTo>
                <a:cubicBezTo>
                  <a:pt x="2221" y="2801"/>
                  <a:pt x="2221" y="2798"/>
                  <a:pt x="2221" y="2794"/>
                </a:cubicBezTo>
                <a:cubicBezTo>
                  <a:pt x="2221" y="2793"/>
                  <a:pt x="2221" y="2792"/>
                  <a:pt x="2221" y="2790"/>
                </a:cubicBezTo>
                <a:cubicBezTo>
                  <a:pt x="2229" y="2790"/>
                  <a:pt x="2237" y="2790"/>
                  <a:pt x="2245" y="2790"/>
                </a:cubicBezTo>
                <a:cubicBezTo>
                  <a:pt x="2255" y="2790"/>
                  <a:pt x="2265" y="2790"/>
                  <a:pt x="2275" y="2790"/>
                </a:cubicBezTo>
                <a:cubicBezTo>
                  <a:pt x="2285" y="2790"/>
                  <a:pt x="2295" y="2790"/>
                  <a:pt x="2305" y="2790"/>
                </a:cubicBezTo>
                <a:cubicBezTo>
                  <a:pt x="2313" y="2790"/>
                  <a:pt x="2321" y="2790"/>
                  <a:pt x="2331" y="2790"/>
                </a:cubicBezTo>
                <a:cubicBezTo>
                  <a:pt x="2378" y="2785"/>
                  <a:pt x="2425" y="2780"/>
                  <a:pt x="2474" y="2774"/>
                </a:cubicBezTo>
                <a:cubicBezTo>
                  <a:pt x="2498" y="2772"/>
                  <a:pt x="2522" y="2770"/>
                  <a:pt x="2548" y="2766"/>
                </a:cubicBezTo>
                <a:cubicBezTo>
                  <a:pt x="2557" y="2765"/>
                  <a:pt x="2566" y="2764"/>
                  <a:pt x="2576" y="2763"/>
                </a:cubicBezTo>
                <a:cubicBezTo>
                  <a:pt x="2577" y="2763"/>
                  <a:pt x="2578" y="2763"/>
                  <a:pt x="2580" y="2763"/>
                </a:cubicBezTo>
                <a:cubicBezTo>
                  <a:pt x="2586" y="2763"/>
                  <a:pt x="2592" y="2763"/>
                  <a:pt x="2600" y="2763"/>
                </a:cubicBezTo>
                <a:cubicBezTo>
                  <a:pt x="2607" y="2763"/>
                  <a:pt x="2614" y="2763"/>
                  <a:pt x="2621" y="2763"/>
                </a:cubicBezTo>
                <a:cubicBezTo>
                  <a:pt x="2628" y="2763"/>
                  <a:pt x="2635" y="2763"/>
                  <a:pt x="2642" y="2763"/>
                </a:cubicBezTo>
                <a:cubicBezTo>
                  <a:pt x="2649" y="2763"/>
                  <a:pt x="2656" y="2763"/>
                  <a:pt x="2663" y="2763"/>
                </a:cubicBezTo>
                <a:cubicBezTo>
                  <a:pt x="2668" y="2763"/>
                  <a:pt x="2673" y="2763"/>
                  <a:pt x="2679" y="2763"/>
                </a:cubicBezTo>
                <a:cubicBezTo>
                  <a:pt x="2682" y="2763"/>
                  <a:pt x="2685" y="2763"/>
                  <a:pt x="2690" y="2763"/>
                </a:cubicBezTo>
                <a:cubicBezTo>
                  <a:pt x="2693" y="2763"/>
                  <a:pt x="2696" y="2763"/>
                  <a:pt x="2701" y="2763"/>
                </a:cubicBezTo>
                <a:cubicBezTo>
                  <a:pt x="2706" y="2763"/>
                  <a:pt x="2711" y="2763"/>
                  <a:pt x="2718" y="2763"/>
                </a:cubicBezTo>
                <a:cubicBezTo>
                  <a:pt x="2761" y="2738"/>
                  <a:pt x="2804" y="2713"/>
                  <a:pt x="2847" y="2686"/>
                </a:cubicBezTo>
                <a:cubicBezTo>
                  <a:pt x="2878" y="2654"/>
                  <a:pt x="2909" y="2622"/>
                  <a:pt x="2942" y="2590"/>
                </a:cubicBezTo>
                <a:cubicBezTo>
                  <a:pt x="2961" y="2554"/>
                  <a:pt x="2980" y="2518"/>
                  <a:pt x="3001" y="2482"/>
                </a:cubicBezTo>
                <a:cubicBezTo>
                  <a:pt x="3008" y="2447"/>
                  <a:pt x="3015" y="2412"/>
                  <a:pt x="3022" y="2375"/>
                </a:cubicBezTo>
                <a:cubicBezTo>
                  <a:pt x="3027" y="2310"/>
                  <a:pt x="3032" y="2245"/>
                  <a:pt x="3038" y="2180"/>
                </a:cubicBezTo>
                <a:cubicBezTo>
                  <a:pt x="3062" y="2134"/>
                  <a:pt x="3086" y="2088"/>
                  <a:pt x="3111" y="2040"/>
                </a:cubicBezTo>
                <a:cubicBezTo>
                  <a:pt x="3146" y="2006"/>
                  <a:pt x="3181" y="1972"/>
                  <a:pt x="3216" y="1936"/>
                </a:cubicBezTo>
                <a:cubicBezTo>
                  <a:pt x="3253" y="1908"/>
                  <a:pt x="3290" y="1880"/>
                  <a:pt x="3327" y="1850"/>
                </a:cubicBezTo>
                <a:cubicBezTo>
                  <a:pt x="3357" y="1809"/>
                  <a:pt x="3387" y="1768"/>
                  <a:pt x="3419" y="1725"/>
                </a:cubicBezTo>
                <a:cubicBezTo>
                  <a:pt x="3428" y="1676"/>
                  <a:pt x="3437" y="1627"/>
                  <a:pt x="3447" y="1577"/>
                </a:cubicBezTo>
                <a:cubicBezTo>
                  <a:pt x="3434" y="1530"/>
                  <a:pt x="3421" y="1483"/>
                  <a:pt x="3407" y="1434"/>
                </a:cubicBezTo>
                <a:cubicBezTo>
                  <a:pt x="3371" y="1398"/>
                  <a:pt x="3335" y="1362"/>
                  <a:pt x="3298" y="1325"/>
                </a:cubicBezTo>
                <a:close/>
                <a:moveTo>
                  <a:pt x="1788" y="2817"/>
                </a:moveTo>
                <a:cubicBezTo>
                  <a:pt x="1678" y="2823"/>
                  <a:pt x="1568" y="2829"/>
                  <a:pt x="1458" y="2837"/>
                </a:cubicBezTo>
                <a:cubicBezTo>
                  <a:pt x="1354" y="2814"/>
                  <a:pt x="1250" y="2791"/>
                  <a:pt x="1145" y="2767"/>
                </a:cubicBezTo>
                <a:cubicBezTo>
                  <a:pt x="1051" y="2718"/>
                  <a:pt x="957" y="2669"/>
                  <a:pt x="862" y="2619"/>
                </a:cubicBezTo>
                <a:cubicBezTo>
                  <a:pt x="783" y="2548"/>
                  <a:pt x="704" y="2477"/>
                  <a:pt x="625" y="2405"/>
                </a:cubicBezTo>
                <a:cubicBezTo>
                  <a:pt x="567" y="2315"/>
                  <a:pt x="509" y="2225"/>
                  <a:pt x="449" y="2134"/>
                </a:cubicBezTo>
                <a:cubicBezTo>
                  <a:pt x="417" y="2030"/>
                  <a:pt x="385" y="1926"/>
                  <a:pt x="351" y="1821"/>
                </a:cubicBezTo>
                <a:cubicBezTo>
                  <a:pt x="348" y="1708"/>
                  <a:pt x="345" y="1595"/>
                  <a:pt x="340" y="1482"/>
                </a:cubicBezTo>
                <a:cubicBezTo>
                  <a:pt x="364" y="1377"/>
                  <a:pt x="388" y="1272"/>
                  <a:pt x="413" y="1165"/>
                </a:cubicBezTo>
                <a:cubicBezTo>
                  <a:pt x="462" y="1072"/>
                  <a:pt x="511" y="979"/>
                  <a:pt x="561" y="884"/>
                </a:cubicBezTo>
                <a:cubicBezTo>
                  <a:pt x="632" y="807"/>
                  <a:pt x="703" y="730"/>
                  <a:pt x="776" y="651"/>
                </a:cubicBezTo>
                <a:cubicBezTo>
                  <a:pt x="867" y="594"/>
                  <a:pt x="958" y="537"/>
                  <a:pt x="1049" y="480"/>
                </a:cubicBezTo>
                <a:cubicBezTo>
                  <a:pt x="1157" y="448"/>
                  <a:pt x="1265" y="416"/>
                  <a:pt x="1373" y="383"/>
                </a:cubicBezTo>
                <a:cubicBezTo>
                  <a:pt x="1482" y="380"/>
                  <a:pt x="1591" y="377"/>
                  <a:pt x="1700" y="372"/>
                </a:cubicBezTo>
                <a:cubicBezTo>
                  <a:pt x="1803" y="396"/>
                  <a:pt x="1906" y="420"/>
                  <a:pt x="2010" y="444"/>
                </a:cubicBezTo>
                <a:cubicBezTo>
                  <a:pt x="2103" y="492"/>
                  <a:pt x="2196" y="540"/>
                  <a:pt x="2289" y="590"/>
                </a:cubicBezTo>
                <a:cubicBezTo>
                  <a:pt x="2367" y="660"/>
                  <a:pt x="2445" y="730"/>
                  <a:pt x="2524" y="801"/>
                </a:cubicBezTo>
                <a:cubicBezTo>
                  <a:pt x="2583" y="889"/>
                  <a:pt x="2642" y="977"/>
                  <a:pt x="2702" y="1067"/>
                </a:cubicBezTo>
                <a:cubicBezTo>
                  <a:pt x="2738" y="1171"/>
                  <a:pt x="2774" y="1275"/>
                  <a:pt x="2811" y="1379"/>
                </a:cubicBezTo>
                <a:cubicBezTo>
                  <a:pt x="2813" y="1492"/>
                  <a:pt x="2815" y="1605"/>
                  <a:pt x="2819" y="1718"/>
                </a:cubicBezTo>
                <a:cubicBezTo>
                  <a:pt x="2794" y="1823"/>
                  <a:pt x="2769" y="1928"/>
                  <a:pt x="2742" y="2034"/>
                </a:cubicBezTo>
                <a:cubicBezTo>
                  <a:pt x="2692" y="2127"/>
                  <a:pt x="2642" y="2220"/>
                  <a:pt x="2590" y="2315"/>
                </a:cubicBezTo>
                <a:cubicBezTo>
                  <a:pt x="2518" y="2392"/>
                  <a:pt x="2446" y="2469"/>
                  <a:pt x="2373" y="2548"/>
                </a:cubicBezTo>
                <a:cubicBezTo>
                  <a:pt x="2283" y="2605"/>
                  <a:pt x="2193" y="2662"/>
                  <a:pt x="2102" y="2719"/>
                </a:cubicBezTo>
                <a:cubicBezTo>
                  <a:pt x="1998" y="2751"/>
                  <a:pt x="1894" y="2783"/>
                  <a:pt x="1788" y="2817"/>
                </a:cubicBezTo>
                <a:close/>
              </a:path>
            </a:pathLst>
          </a:custGeom>
          <a:solidFill>
            <a:srgbClr val="729fcf"/>
          </a:solidFill>
          <a:ln w="0">
            <a:solidFill>
              <a:srgbClr val="3465a4"/>
            </a:solidFill>
          </a:ln>
        </p:spPr>
        <p:style>
          <a:lnRef idx="0"/>
          <a:fillRef idx="0"/>
          <a:effectRef idx="0"/>
          <a:fontRef idx="minor"/>
        </p:style>
      </p:sp>
      <p:sp>
        <p:nvSpPr>
          <p:cNvPr id="195" name=""/>
          <p:cNvSpPr/>
          <p:nvPr/>
        </p:nvSpPr>
        <p:spPr>
          <a:xfrm>
            <a:off x="685800" y="1143000"/>
            <a:ext cx="456840" cy="456840"/>
          </a:xfrm>
          <a:custGeom>
            <a:avLst/>
            <a:gdLst/>
            <a:ahLst/>
            <a:rect l="l" t="t" r="r" b="b"/>
            <a:pathLst>
              <a:path w="21600" h="21600">
                <a:moveTo>
                  <a:pt x="21600" y="10800"/>
                </a:moveTo>
                <a:arcTo wR="10800" hR="10800" stAng="0" swAng="16200000"/>
                <a:lnTo>
                  <a:pt x="10800" y="10800"/>
                </a:lnTo>
                <a:close/>
              </a:path>
            </a:pathLst>
          </a:custGeom>
          <a:solidFill>
            <a:srgbClr val="729fcf"/>
          </a:solidFill>
          <a:ln w="0">
            <a:solidFill>
              <a:srgbClr val="3465a4"/>
            </a:solidFill>
          </a:ln>
        </p:spPr>
        <p:style>
          <a:lnRef idx="0"/>
          <a:fillRef idx="0"/>
          <a:effectRef idx="0"/>
          <a:fontRef idx="minor"/>
        </p:style>
      </p:sp>
      <p:sp>
        <p:nvSpPr>
          <p:cNvPr id="196" name=""/>
          <p:cNvSpPr/>
          <p:nvPr/>
        </p:nvSpPr>
        <p:spPr>
          <a:xfrm>
            <a:off x="457200" y="3429000"/>
            <a:ext cx="685440" cy="228240"/>
          </a:xfrm>
          <a:prstGeom prst="flowChartMagneticDisk">
            <a:avLst/>
          </a:prstGeom>
          <a:solidFill>
            <a:srgbClr val="729fcf"/>
          </a:solidFill>
          <a:ln w="0">
            <a:solidFill>
              <a:srgbClr val="3465a4"/>
            </a:solidFill>
          </a:ln>
        </p:spPr>
        <p:style>
          <a:lnRef idx="0"/>
          <a:fillRef idx="0"/>
          <a:effectRef idx="0"/>
          <a:fontRef idx="minor"/>
        </p:style>
      </p:sp>
      <p:sp>
        <p:nvSpPr>
          <p:cNvPr id="197" name=""/>
          <p:cNvSpPr/>
          <p:nvPr/>
        </p:nvSpPr>
        <p:spPr>
          <a:xfrm>
            <a:off x="228600" y="2743200"/>
            <a:ext cx="1371240" cy="228240"/>
          </a:xfrm>
          <a:prstGeom prst="rect">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pPr algn="ctr">
              <a:lnSpc>
                <a:spcPct val="100000"/>
              </a:lnSpc>
              <a:buNone/>
            </a:pPr>
            <a:r>
              <a:rPr b="0" lang="en-US" sz="1800" spc="-1" strike="noStrike">
                <a:solidFill>
                  <a:srgbClr val="000000"/>
                </a:solidFill>
                <a:latin typeface="Arial"/>
                <a:ea typeface="DejaVu Sans"/>
              </a:rPr>
              <a:t>Nill Akash</a:t>
            </a:r>
            <a:endParaRPr b="0" lang="en-US" sz="1800" spc="-1" strike="noStrike">
              <a:latin typeface="Arial"/>
            </a:endParaRPr>
          </a:p>
        </p:txBody>
      </p:sp>
      <p:sp>
        <p:nvSpPr>
          <p:cNvPr id="198" name=""/>
          <p:cNvSpPr/>
          <p:nvPr/>
        </p:nvSpPr>
        <p:spPr>
          <a:xfrm flipV="1">
            <a:off x="914400" y="1600200"/>
            <a:ext cx="1143000" cy="1143000"/>
          </a:xfrm>
          <a:prstGeom prst="line">
            <a:avLst/>
          </a:prstGeom>
          <a:ln w="0">
            <a:solidFill>
              <a:srgbClr val="3465a4"/>
            </a:solidFill>
            <a:tailEnd len="med" type="triangle" w="med"/>
          </a:ln>
        </p:spPr>
        <p:style>
          <a:lnRef idx="0"/>
          <a:fillRef idx="0"/>
          <a:effectRef idx="0"/>
          <a:fontRef idx="minor"/>
        </p:style>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Module</Template>
  <TotalTime>134</TotalTime>
  <Application>LibreOffice/7.3.7.2$Linux_X86_64 LibreOffice_project/30$Build-2</Application>
  <AppVersion>15.0000</AppVersion>
  <Words>33</Words>
  <Paragraphs>13</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Erfan Hossain</dc:creator>
  <dc:description>generated using python-pptx</dc:description>
  <dc:language>en-US</dc:language>
  <cp:lastModifiedBy/>
  <dcterms:modified xsi:type="dcterms:W3CDTF">2023-05-30T09:56:28Z</dcterms:modified>
  <cp:revision>17</cp:revision>
  <dc:subject/>
  <dc:title>Slide 1</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Custom</vt:lpwstr>
  </property>
  <property fmtid="{D5CDD505-2E9C-101B-9397-08002B2CF9AE}" pid="3" name="Slides">
    <vt:i4>15</vt:i4>
  </property>
</Properties>
</file>